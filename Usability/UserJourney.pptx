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5" r:id="rId4"/>
    <p:sldId id="266" r:id="rId5"/>
    <p:sldId id="263" r:id="rId6"/>
  </p:sldIdLst>
  <p:sldSz cx="15125700" cy="10693400"/>
  <p:notesSz cx="15125700" cy="10693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224" y="-21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34427" y="3314954"/>
            <a:ext cx="12856845" cy="2245614"/>
          </a:xfrm>
          <a:prstGeom prst="rect">
            <a:avLst/>
          </a:prstGeom>
        </p:spPr>
        <p:txBody>
          <a:bodyPr wrap="square" lIns="0" tIns="0" rIns="0" bIns="0">
            <a:spAutoFit/>
          </a:bodyPr>
          <a:lstStyle>
            <a:lvl1pPr>
              <a:defRPr sz="5200" b="1" i="0">
                <a:solidFill>
                  <a:srgbClr val="0066CC"/>
                </a:solidFill>
                <a:latin typeface="Trebuchet MS"/>
                <a:cs typeface="Trebuchet MS"/>
              </a:defRPr>
            </a:lvl1pPr>
          </a:lstStyle>
          <a:p>
            <a:endParaRPr/>
          </a:p>
        </p:txBody>
      </p:sp>
      <p:sp>
        <p:nvSpPr>
          <p:cNvPr id="3" name="Holder 3"/>
          <p:cNvSpPr>
            <a:spLocks noGrp="1"/>
          </p:cNvSpPr>
          <p:nvPr>
            <p:ph type="subTitle" idx="4"/>
          </p:nvPr>
        </p:nvSpPr>
        <p:spPr>
          <a:xfrm>
            <a:off x="2268855" y="5988304"/>
            <a:ext cx="10587990" cy="26733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066CC"/>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066CC"/>
                </a:solidFill>
                <a:latin typeface="Trebuchet MS"/>
                <a:cs typeface="Trebuchet MS"/>
              </a:defRPr>
            </a:lvl1pPr>
          </a:lstStyle>
          <a:p>
            <a:endParaRPr/>
          </a:p>
        </p:txBody>
      </p:sp>
      <p:sp>
        <p:nvSpPr>
          <p:cNvPr id="3" name="Holder 3"/>
          <p:cNvSpPr>
            <a:spLocks noGrp="1"/>
          </p:cNvSpPr>
          <p:nvPr>
            <p:ph sz="half" idx="2"/>
          </p:nvPr>
        </p:nvSpPr>
        <p:spPr>
          <a:xfrm>
            <a:off x="756285" y="2459482"/>
            <a:ext cx="6579679"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789735" y="2459482"/>
            <a:ext cx="6579679" cy="70576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200" b="1" i="0">
                <a:solidFill>
                  <a:srgbClr val="0066CC"/>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67684" y="653570"/>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21749" y="2480434"/>
            <a:ext cx="3999865" cy="1742439"/>
          </a:xfrm>
          <a:prstGeom prst="rect">
            <a:avLst/>
          </a:prstGeom>
        </p:spPr>
        <p:txBody>
          <a:bodyPr wrap="square" lIns="0" tIns="0" rIns="0" bIns="0">
            <a:spAutoFit/>
          </a:bodyPr>
          <a:lstStyle>
            <a:lvl1pPr>
              <a:defRPr sz="5200" b="1" i="0">
                <a:solidFill>
                  <a:srgbClr val="0066CC"/>
                </a:solidFill>
                <a:latin typeface="Trebuchet MS"/>
                <a:cs typeface="Trebuchet MS"/>
              </a:defRPr>
            </a:lvl1pPr>
          </a:lstStyle>
          <a:p>
            <a:endParaRPr/>
          </a:p>
        </p:txBody>
      </p:sp>
      <p:sp>
        <p:nvSpPr>
          <p:cNvPr id="3" name="Holder 3"/>
          <p:cNvSpPr>
            <a:spLocks noGrp="1"/>
          </p:cNvSpPr>
          <p:nvPr>
            <p:ph type="body" idx="1"/>
          </p:nvPr>
        </p:nvSpPr>
        <p:spPr>
          <a:xfrm>
            <a:off x="756285" y="2459482"/>
            <a:ext cx="13613130"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142738" y="9944862"/>
            <a:ext cx="4840224"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56285" y="9944862"/>
            <a:ext cx="3478911"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7/4/2024</a:t>
            </a:fld>
            <a:endParaRPr lang="en-US"/>
          </a:p>
        </p:txBody>
      </p:sp>
      <p:sp>
        <p:nvSpPr>
          <p:cNvPr id="6" name="Holder 6"/>
          <p:cNvSpPr>
            <a:spLocks noGrp="1"/>
          </p:cNvSpPr>
          <p:nvPr>
            <p:ph type="sldNum" sz="quarter" idx="7"/>
          </p:nvPr>
        </p:nvSpPr>
        <p:spPr>
          <a:xfrm>
            <a:off x="10890504" y="9944862"/>
            <a:ext cx="3478911"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2.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16.png"/><Relationship Id="rId4" Type="http://schemas.openxmlformats.org/officeDocument/2006/relationships/image" Target="../media/image7.pn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0.png"/><Relationship Id="rId3" Type="http://schemas.openxmlformats.org/officeDocument/2006/relationships/image" Target="../media/image6.png"/><Relationship Id="rId7" Type="http://schemas.openxmlformats.org/officeDocument/2006/relationships/image" Target="../media/image9.png"/><Relationship Id="rId12"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8.png"/><Relationship Id="rId5" Type="http://schemas.openxmlformats.org/officeDocument/2006/relationships/image" Target="../media/image2.png"/><Relationship Id="rId10"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15.png"/><Relationship Id="rId14" Type="http://schemas.openxmlformats.org/officeDocument/2006/relationships/image" Target="../media/image21.png"/></Relationships>
</file>

<file path=ppt/slides/_rels/slide5.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12.png"/><Relationship Id="rId26" Type="http://schemas.openxmlformats.org/officeDocument/2006/relationships/image" Target="../media/image18.png"/><Relationship Id="rId39" Type="http://schemas.openxmlformats.org/officeDocument/2006/relationships/image" Target="../media/image49.png"/><Relationship Id="rId21" Type="http://schemas.openxmlformats.org/officeDocument/2006/relationships/image" Target="../media/image36.png"/><Relationship Id="rId34" Type="http://schemas.openxmlformats.org/officeDocument/2006/relationships/image" Target="../media/image44.png"/><Relationship Id="rId42" Type="http://schemas.openxmlformats.org/officeDocument/2006/relationships/image" Target="../media/image52.png"/><Relationship Id="rId47" Type="http://schemas.openxmlformats.org/officeDocument/2006/relationships/image" Target="../media/image56.png"/><Relationship Id="rId50" Type="http://schemas.openxmlformats.org/officeDocument/2006/relationships/image" Target="../media/image59.png"/><Relationship Id="rId55" Type="http://schemas.openxmlformats.org/officeDocument/2006/relationships/image" Target="../media/image64.png"/><Relationship Id="rId7" Type="http://schemas.openxmlformats.org/officeDocument/2006/relationships/image" Target="../media/image26.png"/><Relationship Id="rId2" Type="http://schemas.openxmlformats.org/officeDocument/2006/relationships/image" Target="../media/image2.png"/><Relationship Id="rId16" Type="http://schemas.openxmlformats.org/officeDocument/2006/relationships/image" Target="../media/image10.png"/><Relationship Id="rId29" Type="http://schemas.openxmlformats.org/officeDocument/2006/relationships/image" Target="../media/image21.png"/><Relationship Id="rId11" Type="http://schemas.openxmlformats.org/officeDocument/2006/relationships/image" Target="../media/image30.png"/><Relationship Id="rId24" Type="http://schemas.openxmlformats.org/officeDocument/2006/relationships/image" Target="../media/image39.png"/><Relationship Id="rId32" Type="http://schemas.openxmlformats.org/officeDocument/2006/relationships/image" Target="../media/image42.png"/><Relationship Id="rId37" Type="http://schemas.openxmlformats.org/officeDocument/2006/relationships/image" Target="../media/image47.png"/><Relationship Id="rId40" Type="http://schemas.openxmlformats.org/officeDocument/2006/relationships/image" Target="../media/image50.png"/><Relationship Id="rId45" Type="http://schemas.openxmlformats.org/officeDocument/2006/relationships/image" Target="../media/image55.png"/><Relationship Id="rId53" Type="http://schemas.openxmlformats.org/officeDocument/2006/relationships/image" Target="../media/image62.png"/><Relationship Id="rId5" Type="http://schemas.openxmlformats.org/officeDocument/2006/relationships/image" Target="../media/image24.png"/><Relationship Id="rId19" Type="http://schemas.openxmlformats.org/officeDocument/2006/relationships/image" Target="../media/image13.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image" Target="../media/image19.png"/><Relationship Id="rId30" Type="http://schemas.openxmlformats.org/officeDocument/2006/relationships/image" Target="../media/image40.png"/><Relationship Id="rId35" Type="http://schemas.openxmlformats.org/officeDocument/2006/relationships/image" Target="../media/image45.png"/><Relationship Id="rId43" Type="http://schemas.openxmlformats.org/officeDocument/2006/relationships/image" Target="../media/image53.png"/><Relationship Id="rId48" Type="http://schemas.openxmlformats.org/officeDocument/2006/relationships/image" Target="../media/image57.png"/><Relationship Id="rId56" Type="http://schemas.openxmlformats.org/officeDocument/2006/relationships/image" Target="../media/image65.png"/><Relationship Id="rId8" Type="http://schemas.openxmlformats.org/officeDocument/2006/relationships/image" Target="../media/image27.png"/><Relationship Id="rId51" Type="http://schemas.openxmlformats.org/officeDocument/2006/relationships/image" Target="../media/image60.png"/><Relationship Id="rId3" Type="http://schemas.openxmlformats.org/officeDocument/2006/relationships/image" Target="../media/image22.png"/><Relationship Id="rId12" Type="http://schemas.openxmlformats.org/officeDocument/2006/relationships/image" Target="../media/image31.png"/><Relationship Id="rId17" Type="http://schemas.openxmlformats.org/officeDocument/2006/relationships/image" Target="../media/image11.png"/><Relationship Id="rId25" Type="http://schemas.openxmlformats.org/officeDocument/2006/relationships/image" Target="../media/image17.png"/><Relationship Id="rId33" Type="http://schemas.openxmlformats.org/officeDocument/2006/relationships/image" Target="../media/image43.png"/><Relationship Id="rId38" Type="http://schemas.openxmlformats.org/officeDocument/2006/relationships/image" Target="../media/image48.png"/><Relationship Id="rId46" Type="http://schemas.openxmlformats.org/officeDocument/2006/relationships/image" Target="../media/image16.png"/><Relationship Id="rId20" Type="http://schemas.openxmlformats.org/officeDocument/2006/relationships/image" Target="../media/image35.png"/><Relationship Id="rId41" Type="http://schemas.openxmlformats.org/officeDocument/2006/relationships/image" Target="../media/image51.png"/><Relationship Id="rId54" Type="http://schemas.openxmlformats.org/officeDocument/2006/relationships/image" Target="../media/image63.png"/><Relationship Id="rId1" Type="http://schemas.openxmlformats.org/officeDocument/2006/relationships/slideLayout" Target="../slideLayouts/slideLayout5.xml"/><Relationship Id="rId6" Type="http://schemas.openxmlformats.org/officeDocument/2006/relationships/image" Target="../media/image25.png"/><Relationship Id="rId15" Type="http://schemas.openxmlformats.org/officeDocument/2006/relationships/image" Target="../media/image34.png"/><Relationship Id="rId23" Type="http://schemas.openxmlformats.org/officeDocument/2006/relationships/image" Target="../media/image38.png"/><Relationship Id="rId28" Type="http://schemas.openxmlformats.org/officeDocument/2006/relationships/image" Target="../media/image20.png"/><Relationship Id="rId36" Type="http://schemas.openxmlformats.org/officeDocument/2006/relationships/image" Target="../media/image46.png"/><Relationship Id="rId49" Type="http://schemas.openxmlformats.org/officeDocument/2006/relationships/image" Target="../media/image58.png"/><Relationship Id="rId57" Type="http://schemas.openxmlformats.org/officeDocument/2006/relationships/image" Target="../media/image66.png"/><Relationship Id="rId10" Type="http://schemas.openxmlformats.org/officeDocument/2006/relationships/image" Target="../media/image29.png"/><Relationship Id="rId31" Type="http://schemas.openxmlformats.org/officeDocument/2006/relationships/image" Target="../media/image41.png"/><Relationship Id="rId44" Type="http://schemas.openxmlformats.org/officeDocument/2006/relationships/image" Target="../media/image54.png"/><Relationship Id="rId52"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41187" y="444675"/>
            <a:ext cx="14246860" cy="9830435"/>
            <a:chOff x="441187" y="444675"/>
            <a:chExt cx="14246860" cy="9830435"/>
          </a:xfrm>
        </p:grpSpPr>
        <p:sp>
          <p:nvSpPr>
            <p:cNvPr id="3" name="object 3"/>
            <p:cNvSpPr/>
            <p:nvPr/>
          </p:nvSpPr>
          <p:spPr>
            <a:xfrm>
              <a:off x="473529" y="476425"/>
              <a:ext cx="14182725" cy="9739630"/>
            </a:xfrm>
            <a:custGeom>
              <a:avLst/>
              <a:gdLst/>
              <a:ahLst/>
              <a:cxnLst/>
              <a:rect l="l" t="t" r="r" b="b"/>
              <a:pathLst>
                <a:path w="14182725" h="9739630">
                  <a:moveTo>
                    <a:pt x="0" y="9110852"/>
                  </a:moveTo>
                  <a:lnTo>
                    <a:pt x="0" y="0"/>
                  </a:lnTo>
                  <a:lnTo>
                    <a:pt x="14182140" y="0"/>
                  </a:lnTo>
                  <a:lnTo>
                    <a:pt x="14182140" y="9739147"/>
                  </a:lnTo>
                  <a:lnTo>
                    <a:pt x="1843011" y="9739147"/>
                  </a:lnTo>
                </a:path>
              </a:pathLst>
            </a:custGeom>
            <a:ln w="63500">
              <a:solidFill>
                <a:srgbClr val="00C5C9"/>
              </a:solidFill>
            </a:ln>
          </p:spPr>
          <p:txBody>
            <a:bodyPr wrap="square" lIns="0" tIns="0" rIns="0" bIns="0" rtlCol="0"/>
            <a:lstStyle/>
            <a:p>
              <a:endParaRPr/>
            </a:p>
          </p:txBody>
        </p:sp>
        <p:sp>
          <p:nvSpPr>
            <p:cNvPr id="4" name="object 4"/>
            <p:cNvSpPr/>
            <p:nvPr/>
          </p:nvSpPr>
          <p:spPr>
            <a:xfrm>
              <a:off x="1739052" y="1705748"/>
              <a:ext cx="225425" cy="585470"/>
            </a:xfrm>
            <a:custGeom>
              <a:avLst/>
              <a:gdLst/>
              <a:ahLst/>
              <a:cxnLst/>
              <a:rect l="l" t="t" r="r" b="b"/>
              <a:pathLst>
                <a:path w="225425" h="585469">
                  <a:moveTo>
                    <a:pt x="224942" y="530034"/>
                  </a:moveTo>
                  <a:lnTo>
                    <a:pt x="0" y="584860"/>
                  </a:lnTo>
                  <a:lnTo>
                    <a:pt x="0" y="54838"/>
                  </a:lnTo>
                  <a:lnTo>
                    <a:pt x="224942" y="0"/>
                  </a:lnTo>
                </a:path>
              </a:pathLst>
            </a:custGeom>
            <a:ln w="34975">
              <a:solidFill>
                <a:srgbClr val="0066CC"/>
              </a:solidFill>
            </a:ln>
          </p:spPr>
          <p:txBody>
            <a:bodyPr wrap="square" lIns="0" tIns="0" rIns="0" bIns="0" rtlCol="0"/>
            <a:lstStyle/>
            <a:p>
              <a:endParaRPr/>
            </a:p>
          </p:txBody>
        </p:sp>
        <p:sp>
          <p:nvSpPr>
            <p:cNvPr id="5" name="object 5"/>
            <p:cNvSpPr/>
            <p:nvPr/>
          </p:nvSpPr>
          <p:spPr>
            <a:xfrm>
              <a:off x="1963990" y="1705752"/>
              <a:ext cx="225425" cy="579120"/>
            </a:xfrm>
            <a:custGeom>
              <a:avLst/>
              <a:gdLst/>
              <a:ahLst/>
              <a:cxnLst/>
              <a:rect l="l" t="t" r="r" b="b"/>
              <a:pathLst>
                <a:path w="225425" h="579119">
                  <a:moveTo>
                    <a:pt x="199517" y="578662"/>
                  </a:moveTo>
                  <a:lnTo>
                    <a:pt x="0" y="530034"/>
                  </a:lnTo>
                  <a:lnTo>
                    <a:pt x="0" y="0"/>
                  </a:lnTo>
                  <a:lnTo>
                    <a:pt x="224955" y="54825"/>
                  </a:lnTo>
                  <a:lnTo>
                    <a:pt x="224955" y="328485"/>
                  </a:lnTo>
                </a:path>
              </a:pathLst>
            </a:custGeom>
            <a:ln w="34975">
              <a:solidFill>
                <a:srgbClr val="0066CC"/>
              </a:solidFill>
            </a:ln>
          </p:spPr>
          <p:txBody>
            <a:bodyPr wrap="square" lIns="0" tIns="0" rIns="0" bIns="0" rtlCol="0"/>
            <a:lstStyle/>
            <a:p>
              <a:endParaRPr/>
            </a:p>
          </p:txBody>
        </p:sp>
        <p:sp>
          <p:nvSpPr>
            <p:cNvPr id="6" name="object 6"/>
            <p:cNvSpPr/>
            <p:nvPr/>
          </p:nvSpPr>
          <p:spPr>
            <a:xfrm>
              <a:off x="2188941" y="1705757"/>
              <a:ext cx="225425" cy="274955"/>
            </a:xfrm>
            <a:custGeom>
              <a:avLst/>
              <a:gdLst/>
              <a:ahLst/>
              <a:cxnLst/>
              <a:rect l="l" t="t" r="r" b="b"/>
              <a:pathLst>
                <a:path w="225425" h="274955">
                  <a:moveTo>
                    <a:pt x="0" y="54825"/>
                  </a:moveTo>
                  <a:lnTo>
                    <a:pt x="224942" y="0"/>
                  </a:lnTo>
                  <a:lnTo>
                    <a:pt x="224942" y="274662"/>
                  </a:lnTo>
                </a:path>
              </a:pathLst>
            </a:custGeom>
            <a:ln w="34975">
              <a:solidFill>
                <a:srgbClr val="0066CC"/>
              </a:solidFill>
            </a:ln>
          </p:spPr>
          <p:txBody>
            <a:bodyPr wrap="square" lIns="0" tIns="0" rIns="0" bIns="0" rtlCol="0"/>
            <a:lstStyle/>
            <a:p>
              <a:endParaRPr/>
            </a:p>
          </p:txBody>
        </p:sp>
        <p:sp>
          <p:nvSpPr>
            <p:cNvPr id="7" name="object 7"/>
            <p:cNvSpPr/>
            <p:nvPr/>
          </p:nvSpPr>
          <p:spPr>
            <a:xfrm>
              <a:off x="2129945" y="1980995"/>
              <a:ext cx="408305" cy="391795"/>
            </a:xfrm>
            <a:custGeom>
              <a:avLst/>
              <a:gdLst/>
              <a:ahLst/>
              <a:cxnLst/>
              <a:rect l="l" t="t" r="r" b="b"/>
              <a:pathLst>
                <a:path w="408305" h="391794">
                  <a:moveTo>
                    <a:pt x="407797" y="195821"/>
                  </a:moveTo>
                  <a:lnTo>
                    <a:pt x="402411" y="240722"/>
                  </a:lnTo>
                  <a:lnTo>
                    <a:pt x="387072" y="281940"/>
                  </a:lnTo>
                  <a:lnTo>
                    <a:pt x="363003" y="318299"/>
                  </a:lnTo>
                  <a:lnTo>
                    <a:pt x="331426" y="348624"/>
                  </a:lnTo>
                  <a:lnTo>
                    <a:pt x="293568" y="371739"/>
                  </a:lnTo>
                  <a:lnTo>
                    <a:pt x="250650" y="386471"/>
                  </a:lnTo>
                  <a:lnTo>
                    <a:pt x="203898" y="391642"/>
                  </a:lnTo>
                  <a:lnTo>
                    <a:pt x="157146" y="386471"/>
                  </a:lnTo>
                  <a:lnTo>
                    <a:pt x="114228" y="371739"/>
                  </a:lnTo>
                  <a:lnTo>
                    <a:pt x="76370" y="348624"/>
                  </a:lnTo>
                  <a:lnTo>
                    <a:pt x="44793" y="318299"/>
                  </a:lnTo>
                  <a:lnTo>
                    <a:pt x="20724" y="281940"/>
                  </a:lnTo>
                  <a:lnTo>
                    <a:pt x="5385" y="240722"/>
                  </a:lnTo>
                  <a:lnTo>
                    <a:pt x="0" y="195821"/>
                  </a:lnTo>
                  <a:lnTo>
                    <a:pt x="5385" y="150919"/>
                  </a:lnTo>
                  <a:lnTo>
                    <a:pt x="20724" y="109702"/>
                  </a:lnTo>
                  <a:lnTo>
                    <a:pt x="44793" y="73343"/>
                  </a:lnTo>
                  <a:lnTo>
                    <a:pt x="76370" y="43018"/>
                  </a:lnTo>
                  <a:lnTo>
                    <a:pt x="114228" y="19902"/>
                  </a:lnTo>
                  <a:lnTo>
                    <a:pt x="157146" y="5171"/>
                  </a:lnTo>
                  <a:lnTo>
                    <a:pt x="203898" y="0"/>
                  </a:lnTo>
                  <a:lnTo>
                    <a:pt x="250650" y="5171"/>
                  </a:lnTo>
                  <a:lnTo>
                    <a:pt x="293568" y="19902"/>
                  </a:lnTo>
                  <a:lnTo>
                    <a:pt x="331426" y="43018"/>
                  </a:lnTo>
                  <a:lnTo>
                    <a:pt x="363003" y="73343"/>
                  </a:lnTo>
                  <a:lnTo>
                    <a:pt x="387072" y="109702"/>
                  </a:lnTo>
                  <a:lnTo>
                    <a:pt x="402411" y="150919"/>
                  </a:lnTo>
                  <a:lnTo>
                    <a:pt x="407797" y="195821"/>
                  </a:lnTo>
                  <a:close/>
                </a:path>
              </a:pathLst>
            </a:custGeom>
            <a:ln w="34975">
              <a:solidFill>
                <a:srgbClr val="0066CC"/>
              </a:solidFill>
            </a:ln>
          </p:spPr>
          <p:txBody>
            <a:bodyPr wrap="square" lIns="0" tIns="0" rIns="0" bIns="0" rtlCol="0"/>
            <a:lstStyle/>
            <a:p>
              <a:endParaRPr/>
            </a:p>
          </p:txBody>
        </p:sp>
        <p:pic>
          <p:nvPicPr>
            <p:cNvPr id="8" name="object 8"/>
            <p:cNvPicPr/>
            <p:nvPr/>
          </p:nvPicPr>
          <p:blipFill>
            <a:blip r:embed="rId2" cstate="print"/>
            <a:stretch>
              <a:fillRect/>
            </a:stretch>
          </p:blipFill>
          <p:spPr>
            <a:xfrm>
              <a:off x="2254186" y="2047337"/>
              <a:ext cx="158242" cy="158241"/>
            </a:xfrm>
            <a:prstGeom prst="rect">
              <a:avLst/>
            </a:prstGeom>
          </p:spPr>
        </p:pic>
        <p:sp>
          <p:nvSpPr>
            <p:cNvPr id="9" name="object 9"/>
            <p:cNvSpPr/>
            <p:nvPr/>
          </p:nvSpPr>
          <p:spPr>
            <a:xfrm>
              <a:off x="2212726" y="2200573"/>
              <a:ext cx="242570" cy="121285"/>
            </a:xfrm>
            <a:custGeom>
              <a:avLst/>
              <a:gdLst/>
              <a:ahLst/>
              <a:cxnLst/>
              <a:rect l="l" t="t" r="r" b="b"/>
              <a:pathLst>
                <a:path w="242569" h="121285">
                  <a:moveTo>
                    <a:pt x="0" y="121119"/>
                  </a:moveTo>
                  <a:lnTo>
                    <a:pt x="9518" y="73975"/>
                  </a:lnTo>
                  <a:lnTo>
                    <a:pt x="35475" y="35475"/>
                  </a:lnTo>
                  <a:lnTo>
                    <a:pt x="73975" y="9518"/>
                  </a:lnTo>
                  <a:lnTo>
                    <a:pt x="121119" y="0"/>
                  </a:lnTo>
                  <a:lnTo>
                    <a:pt x="168262" y="9518"/>
                  </a:lnTo>
                  <a:lnTo>
                    <a:pt x="206757" y="35475"/>
                  </a:lnTo>
                  <a:lnTo>
                    <a:pt x="232710" y="73975"/>
                  </a:lnTo>
                  <a:lnTo>
                    <a:pt x="242227" y="121119"/>
                  </a:lnTo>
                </a:path>
              </a:pathLst>
            </a:custGeom>
            <a:ln w="34975">
              <a:solidFill>
                <a:srgbClr val="0066CC"/>
              </a:solidFill>
            </a:ln>
          </p:spPr>
          <p:txBody>
            <a:bodyPr wrap="square" lIns="0" tIns="0" rIns="0" bIns="0" rtlCol="0"/>
            <a:lstStyle/>
            <a:p>
              <a:endParaRPr/>
            </a:p>
          </p:txBody>
        </p:sp>
        <p:sp>
          <p:nvSpPr>
            <p:cNvPr id="10" name="object 10"/>
            <p:cNvSpPr/>
            <p:nvPr/>
          </p:nvSpPr>
          <p:spPr>
            <a:xfrm>
              <a:off x="599617" y="9917226"/>
              <a:ext cx="293370" cy="358140"/>
            </a:xfrm>
            <a:custGeom>
              <a:avLst/>
              <a:gdLst/>
              <a:ahLst/>
              <a:cxnLst/>
              <a:rect l="l" t="t" r="r" b="b"/>
              <a:pathLst>
                <a:path w="293369" h="358140">
                  <a:moveTo>
                    <a:pt x="70916" y="76657"/>
                  </a:moveTo>
                  <a:lnTo>
                    <a:pt x="0" y="76657"/>
                  </a:lnTo>
                  <a:lnTo>
                    <a:pt x="0" y="351231"/>
                  </a:lnTo>
                  <a:lnTo>
                    <a:pt x="70916" y="351231"/>
                  </a:lnTo>
                  <a:lnTo>
                    <a:pt x="70916" y="76657"/>
                  </a:lnTo>
                  <a:close/>
                </a:path>
                <a:path w="293369" h="358140">
                  <a:moveTo>
                    <a:pt x="293179" y="349656"/>
                  </a:moveTo>
                  <a:lnTo>
                    <a:pt x="289890" y="290817"/>
                  </a:lnTo>
                  <a:lnTo>
                    <a:pt x="248107" y="291922"/>
                  </a:lnTo>
                  <a:lnTo>
                    <a:pt x="234759" y="289509"/>
                  </a:lnTo>
                  <a:lnTo>
                    <a:pt x="227901" y="282155"/>
                  </a:lnTo>
                  <a:lnTo>
                    <a:pt x="225374" y="269659"/>
                  </a:lnTo>
                  <a:lnTo>
                    <a:pt x="225018" y="251790"/>
                  </a:lnTo>
                  <a:lnTo>
                    <a:pt x="225018" y="139090"/>
                  </a:lnTo>
                  <a:lnTo>
                    <a:pt x="292633" y="139090"/>
                  </a:lnTo>
                  <a:lnTo>
                    <a:pt x="292633" y="76415"/>
                  </a:lnTo>
                  <a:lnTo>
                    <a:pt x="225018" y="76415"/>
                  </a:lnTo>
                  <a:lnTo>
                    <a:pt x="225018" y="0"/>
                  </a:lnTo>
                  <a:lnTo>
                    <a:pt x="151345" y="0"/>
                  </a:lnTo>
                  <a:lnTo>
                    <a:pt x="151345" y="253453"/>
                  </a:lnTo>
                  <a:lnTo>
                    <a:pt x="155384" y="303161"/>
                  </a:lnTo>
                  <a:lnTo>
                    <a:pt x="169278" y="335356"/>
                  </a:lnTo>
                  <a:lnTo>
                    <a:pt x="195643" y="352704"/>
                  </a:lnTo>
                  <a:lnTo>
                    <a:pt x="237109" y="357898"/>
                  </a:lnTo>
                  <a:lnTo>
                    <a:pt x="248805" y="357759"/>
                  </a:lnTo>
                  <a:lnTo>
                    <a:pt x="258546" y="356857"/>
                  </a:lnTo>
                  <a:lnTo>
                    <a:pt x="271589" y="354418"/>
                  </a:lnTo>
                  <a:lnTo>
                    <a:pt x="293179" y="349656"/>
                  </a:lnTo>
                  <a:close/>
                </a:path>
              </a:pathLst>
            </a:custGeom>
            <a:solidFill>
              <a:srgbClr val="0066CC"/>
            </a:solidFill>
          </p:spPr>
          <p:txBody>
            <a:bodyPr wrap="square" lIns="0" tIns="0" rIns="0" bIns="0" rtlCol="0"/>
            <a:lstStyle/>
            <a:p>
              <a:endParaRPr/>
            </a:p>
          </p:txBody>
        </p:sp>
        <p:pic>
          <p:nvPicPr>
            <p:cNvPr id="11" name="object 11"/>
            <p:cNvPicPr/>
            <p:nvPr/>
          </p:nvPicPr>
          <p:blipFill>
            <a:blip r:embed="rId3" cstate="print"/>
            <a:stretch>
              <a:fillRect/>
            </a:stretch>
          </p:blipFill>
          <p:spPr>
            <a:xfrm>
              <a:off x="441187" y="9985138"/>
              <a:ext cx="89992" cy="89992"/>
            </a:xfrm>
            <a:prstGeom prst="rect">
              <a:avLst/>
            </a:prstGeom>
          </p:spPr>
        </p:pic>
        <p:pic>
          <p:nvPicPr>
            <p:cNvPr id="12" name="object 12"/>
            <p:cNvPicPr/>
            <p:nvPr/>
          </p:nvPicPr>
          <p:blipFill>
            <a:blip r:embed="rId4" cstate="print"/>
            <a:stretch>
              <a:fillRect/>
            </a:stretch>
          </p:blipFill>
          <p:spPr>
            <a:xfrm>
              <a:off x="1632153" y="9979114"/>
              <a:ext cx="296191" cy="100756"/>
            </a:xfrm>
            <a:prstGeom prst="rect">
              <a:avLst/>
            </a:prstGeom>
          </p:spPr>
        </p:pic>
        <p:pic>
          <p:nvPicPr>
            <p:cNvPr id="13" name="object 13"/>
            <p:cNvPicPr/>
            <p:nvPr/>
          </p:nvPicPr>
          <p:blipFill>
            <a:blip r:embed="rId5" cstate="print"/>
            <a:stretch>
              <a:fillRect/>
            </a:stretch>
          </p:blipFill>
          <p:spPr>
            <a:xfrm>
              <a:off x="996483" y="9979110"/>
              <a:ext cx="852966" cy="259433"/>
            </a:xfrm>
            <a:prstGeom prst="rect">
              <a:avLst/>
            </a:prstGeom>
          </p:spPr>
        </p:pic>
      </p:grpSp>
      <p:sp>
        <p:nvSpPr>
          <p:cNvPr id="14" name="object 14"/>
          <p:cNvSpPr txBox="1">
            <a:spLocks noGrp="1"/>
          </p:cNvSpPr>
          <p:nvPr>
            <p:ph type="title"/>
          </p:nvPr>
        </p:nvSpPr>
        <p:spPr>
          <a:prstGeom prst="rect">
            <a:avLst/>
          </a:prstGeom>
        </p:spPr>
        <p:txBody>
          <a:bodyPr vert="horz" wrap="square" lIns="0" tIns="158750" rIns="0" bIns="0" rtlCol="0">
            <a:spAutoFit/>
          </a:bodyPr>
          <a:lstStyle/>
          <a:p>
            <a:pPr marL="17145">
              <a:lnSpc>
                <a:spcPct val="100000"/>
              </a:lnSpc>
              <a:spcBef>
                <a:spcPts val="1250"/>
              </a:spcBef>
            </a:pPr>
            <a:r>
              <a:rPr spc="-160" dirty="0"/>
              <a:t>User</a:t>
            </a:r>
            <a:r>
              <a:rPr spc="-405" dirty="0"/>
              <a:t> </a:t>
            </a:r>
            <a:r>
              <a:rPr spc="-409" dirty="0"/>
              <a:t>Journey</a:t>
            </a:r>
          </a:p>
          <a:p>
            <a:pPr marL="12700" marR="5080">
              <a:lnSpc>
                <a:spcPct val="113700"/>
              </a:lnSpc>
              <a:spcBef>
                <a:spcPts val="125"/>
              </a:spcBef>
            </a:pPr>
            <a:r>
              <a:rPr sz="2200" spc="-100" dirty="0"/>
              <a:t>Descrivi</a:t>
            </a:r>
            <a:r>
              <a:rPr sz="2200" spc="-120" dirty="0"/>
              <a:t> </a:t>
            </a:r>
            <a:r>
              <a:rPr sz="2200" spc="-140" dirty="0"/>
              <a:t>l’esperienza</a:t>
            </a:r>
            <a:r>
              <a:rPr sz="2200" spc="-114" dirty="0"/>
              <a:t> </a:t>
            </a:r>
            <a:r>
              <a:rPr sz="2200" spc="-125" dirty="0"/>
              <a:t>del</a:t>
            </a:r>
            <a:r>
              <a:rPr sz="2200" spc="-114" dirty="0"/>
              <a:t> </a:t>
            </a:r>
            <a:r>
              <a:rPr sz="2200" spc="-100" dirty="0"/>
              <a:t>cittadino </a:t>
            </a:r>
            <a:r>
              <a:rPr sz="2200" spc="-140" dirty="0"/>
              <a:t>nell’interazione </a:t>
            </a:r>
            <a:r>
              <a:rPr sz="2200" spc="-135" dirty="0"/>
              <a:t>con </a:t>
            </a:r>
            <a:r>
              <a:rPr sz="2200" spc="-110" dirty="0"/>
              <a:t>un</a:t>
            </a:r>
            <a:r>
              <a:rPr sz="2200" spc="-135" dirty="0"/>
              <a:t> </a:t>
            </a:r>
            <a:r>
              <a:rPr sz="2200" spc="-10" dirty="0"/>
              <a:t>servizio</a:t>
            </a:r>
            <a:endParaRPr sz="2200"/>
          </a:p>
        </p:txBody>
      </p:sp>
      <p:sp>
        <p:nvSpPr>
          <p:cNvPr id="15" name="object 15"/>
          <p:cNvSpPr txBox="1"/>
          <p:nvPr/>
        </p:nvSpPr>
        <p:spPr>
          <a:xfrm>
            <a:off x="1721749" y="4834158"/>
            <a:ext cx="1186815" cy="284480"/>
          </a:xfrm>
          <a:prstGeom prst="rect">
            <a:avLst/>
          </a:prstGeom>
        </p:spPr>
        <p:txBody>
          <a:bodyPr vert="horz" wrap="square" lIns="0" tIns="12700" rIns="0" bIns="0" rtlCol="0">
            <a:spAutoFit/>
          </a:bodyPr>
          <a:lstStyle/>
          <a:p>
            <a:pPr marL="12700">
              <a:lnSpc>
                <a:spcPct val="100000"/>
              </a:lnSpc>
              <a:spcBef>
                <a:spcPts val="100"/>
              </a:spcBef>
            </a:pPr>
            <a:r>
              <a:rPr sz="1700" b="1" u="heavy" spc="-10" dirty="0">
                <a:solidFill>
                  <a:srgbClr val="0066CC"/>
                </a:solidFill>
                <a:uFill>
                  <a:solidFill>
                    <a:srgbClr val="0066CC"/>
                  </a:solidFill>
                </a:uFill>
                <a:latin typeface="Trebuchet MS"/>
                <a:cs typeface="Trebuchet MS"/>
              </a:rPr>
              <a:t>ISTRUZIONI</a:t>
            </a:r>
            <a:endParaRPr sz="1700">
              <a:latin typeface="Trebuchet MS"/>
              <a:cs typeface="Trebuchet MS"/>
            </a:endParaRPr>
          </a:p>
        </p:txBody>
      </p:sp>
      <p:sp>
        <p:nvSpPr>
          <p:cNvPr id="16" name="object 16"/>
          <p:cNvSpPr txBox="1"/>
          <p:nvPr/>
        </p:nvSpPr>
        <p:spPr>
          <a:xfrm>
            <a:off x="1721972" y="5494590"/>
            <a:ext cx="2616835" cy="2433320"/>
          </a:xfrm>
          <a:prstGeom prst="rect">
            <a:avLst/>
          </a:prstGeom>
        </p:spPr>
        <p:txBody>
          <a:bodyPr vert="horz" wrap="square" lIns="0" tIns="12700" rIns="0" bIns="0" rtlCol="0">
            <a:spAutoFit/>
          </a:bodyPr>
          <a:lstStyle/>
          <a:p>
            <a:pPr marL="36830">
              <a:lnSpc>
                <a:spcPct val="100000"/>
              </a:lnSpc>
              <a:spcBef>
                <a:spcPts val="100"/>
              </a:spcBef>
            </a:pPr>
            <a:r>
              <a:rPr sz="2600" b="1" spc="-25" dirty="0">
                <a:solidFill>
                  <a:srgbClr val="0066CC"/>
                </a:solidFill>
                <a:latin typeface="Trebuchet MS"/>
                <a:cs typeface="Trebuchet MS"/>
              </a:rPr>
              <a:t>01</a:t>
            </a:r>
            <a:endParaRPr sz="2600">
              <a:latin typeface="Trebuchet MS"/>
              <a:cs typeface="Trebuchet MS"/>
            </a:endParaRPr>
          </a:p>
          <a:p>
            <a:pPr marL="12700" marR="32384">
              <a:lnSpc>
                <a:spcPct val="116700"/>
              </a:lnSpc>
              <a:spcBef>
                <a:spcPts val="1135"/>
              </a:spcBef>
            </a:pPr>
            <a:r>
              <a:rPr sz="1500" spc="-105" dirty="0">
                <a:solidFill>
                  <a:srgbClr val="5A6771"/>
                </a:solidFill>
                <a:latin typeface="Lucida Sans Unicode"/>
                <a:cs typeface="Lucida Sans Unicode"/>
              </a:rPr>
              <a:t>Scegli</a:t>
            </a:r>
            <a:r>
              <a:rPr sz="1500" spc="-114" dirty="0">
                <a:solidFill>
                  <a:srgbClr val="5A6771"/>
                </a:solidFill>
                <a:latin typeface="Lucida Sans Unicode"/>
                <a:cs typeface="Lucida Sans Unicode"/>
              </a:rPr>
              <a:t> </a:t>
            </a:r>
            <a:r>
              <a:rPr sz="1500" spc="-135" dirty="0">
                <a:solidFill>
                  <a:srgbClr val="5A6771"/>
                </a:solidFill>
                <a:latin typeface="Lucida Sans Unicode"/>
                <a:cs typeface="Lucida Sans Unicode"/>
              </a:rPr>
              <a:t>un</a:t>
            </a:r>
            <a:r>
              <a:rPr sz="1500" spc="-110" dirty="0">
                <a:solidFill>
                  <a:srgbClr val="5A6771"/>
                </a:solidFill>
                <a:latin typeface="Lucida Sans Unicode"/>
                <a:cs typeface="Lucida Sans Unicode"/>
              </a:rPr>
              <a:t> </a:t>
            </a:r>
            <a:r>
              <a:rPr sz="1500" b="1" spc="-65" dirty="0">
                <a:solidFill>
                  <a:srgbClr val="5A6771"/>
                </a:solidFill>
                <a:latin typeface="Trebuchet MS"/>
                <a:cs typeface="Trebuchet MS"/>
              </a:rPr>
              <a:t>ruolo</a:t>
            </a:r>
            <a:r>
              <a:rPr sz="1500" b="1" spc="-95" dirty="0">
                <a:solidFill>
                  <a:srgbClr val="5A6771"/>
                </a:solidFill>
                <a:latin typeface="Trebuchet MS"/>
                <a:cs typeface="Trebuchet MS"/>
              </a:rPr>
              <a:t> </a:t>
            </a:r>
            <a:r>
              <a:rPr sz="1500" b="1" spc="-65" dirty="0">
                <a:solidFill>
                  <a:srgbClr val="5A6771"/>
                </a:solidFill>
                <a:latin typeface="Trebuchet MS"/>
                <a:cs typeface="Trebuchet MS"/>
              </a:rPr>
              <a:t>o</a:t>
            </a:r>
            <a:r>
              <a:rPr sz="1500" b="1" spc="-95" dirty="0">
                <a:solidFill>
                  <a:srgbClr val="5A6771"/>
                </a:solidFill>
                <a:latin typeface="Trebuchet MS"/>
                <a:cs typeface="Trebuchet MS"/>
              </a:rPr>
              <a:t> </a:t>
            </a:r>
            <a:r>
              <a:rPr sz="1500" b="1" spc="-70" dirty="0">
                <a:solidFill>
                  <a:srgbClr val="5A6771"/>
                </a:solidFill>
                <a:latin typeface="Trebuchet MS"/>
                <a:cs typeface="Trebuchet MS"/>
              </a:rPr>
              <a:t>un</a:t>
            </a:r>
            <a:r>
              <a:rPr sz="1500" b="1" spc="-90" dirty="0">
                <a:solidFill>
                  <a:srgbClr val="5A6771"/>
                </a:solidFill>
                <a:latin typeface="Trebuchet MS"/>
                <a:cs typeface="Trebuchet MS"/>
              </a:rPr>
              <a:t> </a:t>
            </a:r>
            <a:r>
              <a:rPr sz="1500" b="1" spc="-60" dirty="0">
                <a:solidFill>
                  <a:srgbClr val="5A6771"/>
                </a:solidFill>
                <a:latin typeface="Trebuchet MS"/>
                <a:cs typeface="Trebuchet MS"/>
              </a:rPr>
              <a:t>utente-</a:t>
            </a:r>
            <a:r>
              <a:rPr sz="1500" b="1" spc="-55" dirty="0">
                <a:solidFill>
                  <a:srgbClr val="5A6771"/>
                </a:solidFill>
                <a:latin typeface="Trebuchet MS"/>
                <a:cs typeface="Trebuchet MS"/>
              </a:rPr>
              <a:t>tipo </a:t>
            </a:r>
            <a:r>
              <a:rPr sz="1500" spc="-105" dirty="0">
                <a:solidFill>
                  <a:srgbClr val="5A6771"/>
                </a:solidFill>
                <a:latin typeface="Lucida Sans Unicode"/>
                <a:cs typeface="Lucida Sans Unicode"/>
              </a:rPr>
              <a:t>(personas)</a:t>
            </a:r>
            <a:r>
              <a:rPr sz="1500" spc="-114" dirty="0">
                <a:solidFill>
                  <a:srgbClr val="5A6771"/>
                </a:solidFill>
                <a:latin typeface="Lucida Sans Unicode"/>
                <a:cs typeface="Lucida Sans Unicode"/>
              </a:rPr>
              <a:t> </a:t>
            </a:r>
            <a:r>
              <a:rPr sz="1500" spc="-145" dirty="0">
                <a:solidFill>
                  <a:srgbClr val="5A6771"/>
                </a:solidFill>
                <a:latin typeface="Lucida Sans Unicode"/>
                <a:cs typeface="Lucida Sans Unicode"/>
              </a:rPr>
              <a:t>di</a:t>
            </a:r>
            <a:r>
              <a:rPr sz="1500" spc="-114" dirty="0">
                <a:solidFill>
                  <a:srgbClr val="5A6771"/>
                </a:solidFill>
                <a:latin typeface="Lucida Sans Unicode"/>
                <a:cs typeface="Lucida Sans Unicode"/>
              </a:rPr>
              <a:t> </a:t>
            </a:r>
            <a:r>
              <a:rPr sz="1500" spc="-130" dirty="0">
                <a:solidFill>
                  <a:srgbClr val="5A6771"/>
                </a:solidFill>
                <a:latin typeface="Lucida Sans Unicode"/>
                <a:cs typeface="Lucida Sans Unicode"/>
              </a:rPr>
              <a:t>cui</a:t>
            </a:r>
            <a:r>
              <a:rPr sz="1500" spc="-114" dirty="0">
                <a:solidFill>
                  <a:srgbClr val="5A6771"/>
                </a:solidFill>
                <a:latin typeface="Lucida Sans Unicode"/>
                <a:cs typeface="Lucida Sans Unicode"/>
              </a:rPr>
              <a:t> vuoi</a:t>
            </a:r>
            <a:r>
              <a:rPr sz="1500" spc="-110" dirty="0">
                <a:solidFill>
                  <a:srgbClr val="5A6771"/>
                </a:solidFill>
                <a:latin typeface="Lucida Sans Unicode"/>
                <a:cs typeface="Lucida Sans Unicode"/>
              </a:rPr>
              <a:t> </a:t>
            </a:r>
            <a:r>
              <a:rPr sz="1500" spc="-75" dirty="0">
                <a:solidFill>
                  <a:srgbClr val="5A6771"/>
                </a:solidFill>
                <a:latin typeface="Lucida Sans Unicode"/>
                <a:cs typeface="Lucida Sans Unicode"/>
              </a:rPr>
              <a:t>ricostruire </a:t>
            </a:r>
            <a:r>
              <a:rPr sz="1500" spc="-125" dirty="0">
                <a:solidFill>
                  <a:srgbClr val="5A6771"/>
                </a:solidFill>
                <a:latin typeface="Lucida Sans Unicode"/>
                <a:cs typeface="Lucida Sans Unicode"/>
              </a:rPr>
              <a:t>l’esperienza</a:t>
            </a:r>
            <a:r>
              <a:rPr sz="1500" spc="-90" dirty="0">
                <a:solidFill>
                  <a:srgbClr val="5A6771"/>
                </a:solidFill>
                <a:latin typeface="Lucida Sans Unicode"/>
                <a:cs typeface="Lucida Sans Unicode"/>
              </a:rPr>
              <a:t> e</a:t>
            </a:r>
            <a:r>
              <a:rPr sz="1500" spc="-85" dirty="0">
                <a:solidFill>
                  <a:srgbClr val="5A6771"/>
                </a:solidFill>
                <a:latin typeface="Lucida Sans Unicode"/>
                <a:cs typeface="Lucida Sans Unicode"/>
              </a:rPr>
              <a:t> </a:t>
            </a:r>
            <a:r>
              <a:rPr sz="1500" spc="-10" dirty="0">
                <a:solidFill>
                  <a:srgbClr val="5A6771"/>
                </a:solidFill>
                <a:latin typeface="Lucida Sans Unicode"/>
                <a:cs typeface="Lucida Sans Unicode"/>
              </a:rPr>
              <a:t>compila </a:t>
            </a:r>
            <a:r>
              <a:rPr sz="1500" spc="-110" dirty="0">
                <a:solidFill>
                  <a:srgbClr val="5A6771"/>
                </a:solidFill>
                <a:latin typeface="Lucida Sans Unicode"/>
                <a:cs typeface="Lucida Sans Unicode"/>
              </a:rPr>
              <a:t>l’intestazione</a:t>
            </a:r>
            <a:r>
              <a:rPr sz="1500" spc="-95" dirty="0">
                <a:solidFill>
                  <a:srgbClr val="5A6771"/>
                </a:solidFill>
                <a:latin typeface="Lucida Sans Unicode"/>
                <a:cs typeface="Lucida Sans Unicode"/>
              </a:rPr>
              <a:t> </a:t>
            </a:r>
            <a:r>
              <a:rPr sz="1500" spc="-110" dirty="0">
                <a:solidFill>
                  <a:srgbClr val="5A6771"/>
                </a:solidFill>
                <a:latin typeface="Lucida Sans Unicode"/>
                <a:cs typeface="Lucida Sans Unicode"/>
              </a:rPr>
              <a:t>della</a:t>
            </a:r>
            <a:r>
              <a:rPr sz="1500" spc="-95" dirty="0">
                <a:solidFill>
                  <a:srgbClr val="5A6771"/>
                </a:solidFill>
                <a:latin typeface="Lucida Sans Unicode"/>
                <a:cs typeface="Lucida Sans Unicode"/>
              </a:rPr>
              <a:t> </a:t>
            </a:r>
            <a:r>
              <a:rPr sz="1500" spc="-10" dirty="0">
                <a:solidFill>
                  <a:srgbClr val="5A6771"/>
                </a:solidFill>
                <a:latin typeface="Lucida Sans Unicode"/>
                <a:cs typeface="Lucida Sans Unicode"/>
              </a:rPr>
              <a:t>mappa.</a:t>
            </a:r>
            <a:endParaRPr sz="1500">
              <a:latin typeface="Lucida Sans Unicode"/>
              <a:cs typeface="Lucida Sans Unicode"/>
            </a:endParaRPr>
          </a:p>
          <a:p>
            <a:pPr marL="12700" marR="5080">
              <a:lnSpc>
                <a:spcPct val="116700"/>
              </a:lnSpc>
            </a:pPr>
            <a:r>
              <a:rPr sz="1500" spc="-110" dirty="0">
                <a:solidFill>
                  <a:srgbClr val="5A6771"/>
                </a:solidFill>
                <a:latin typeface="Lucida Sans Unicode"/>
                <a:cs typeface="Lucida Sans Unicode"/>
              </a:rPr>
              <a:t>Diversi</a:t>
            </a:r>
            <a:r>
              <a:rPr sz="1500" spc="-85" dirty="0">
                <a:solidFill>
                  <a:srgbClr val="5A6771"/>
                </a:solidFill>
                <a:latin typeface="Lucida Sans Unicode"/>
                <a:cs typeface="Lucida Sans Unicode"/>
              </a:rPr>
              <a:t> </a:t>
            </a:r>
            <a:r>
              <a:rPr sz="1500" spc="-120" dirty="0">
                <a:solidFill>
                  <a:srgbClr val="5A6771"/>
                </a:solidFill>
                <a:latin typeface="Lucida Sans Unicode"/>
                <a:cs typeface="Lucida Sans Unicode"/>
              </a:rPr>
              <a:t>utenti-</a:t>
            </a:r>
            <a:r>
              <a:rPr sz="1500" spc="-114" dirty="0">
                <a:solidFill>
                  <a:srgbClr val="5A6771"/>
                </a:solidFill>
                <a:latin typeface="Lucida Sans Unicode"/>
                <a:cs typeface="Lucida Sans Unicode"/>
              </a:rPr>
              <a:t>tipo</a:t>
            </a:r>
            <a:r>
              <a:rPr sz="1500" spc="-85" dirty="0">
                <a:solidFill>
                  <a:srgbClr val="5A6771"/>
                </a:solidFill>
                <a:latin typeface="Lucida Sans Unicode"/>
                <a:cs typeface="Lucida Sans Unicode"/>
              </a:rPr>
              <a:t> </a:t>
            </a:r>
            <a:r>
              <a:rPr sz="1500" spc="-10" dirty="0">
                <a:solidFill>
                  <a:srgbClr val="5A6771"/>
                </a:solidFill>
                <a:latin typeface="Lucida Sans Unicode"/>
                <a:cs typeface="Lucida Sans Unicode"/>
              </a:rPr>
              <a:t>potranno </a:t>
            </a:r>
            <a:r>
              <a:rPr sz="1500" spc="-95" dirty="0">
                <a:solidFill>
                  <a:srgbClr val="5A6771"/>
                </a:solidFill>
                <a:latin typeface="Lucida Sans Unicode"/>
                <a:cs typeface="Lucida Sans Unicode"/>
              </a:rPr>
              <a:t>avere </a:t>
            </a:r>
            <a:r>
              <a:rPr sz="1500" spc="-105" dirty="0">
                <a:solidFill>
                  <a:srgbClr val="5A6771"/>
                </a:solidFill>
                <a:latin typeface="Lucida Sans Unicode"/>
                <a:cs typeface="Lucida Sans Unicode"/>
              </a:rPr>
              <a:t>diverse</a:t>
            </a:r>
            <a:r>
              <a:rPr sz="1500" spc="-90" dirty="0">
                <a:solidFill>
                  <a:srgbClr val="5A6771"/>
                </a:solidFill>
                <a:latin typeface="Lucida Sans Unicode"/>
                <a:cs typeface="Lucida Sans Unicode"/>
              </a:rPr>
              <a:t> </a:t>
            </a:r>
            <a:r>
              <a:rPr sz="1500" spc="-10" dirty="0">
                <a:solidFill>
                  <a:srgbClr val="5A6771"/>
                </a:solidFill>
                <a:latin typeface="Lucida Sans Unicode"/>
                <a:cs typeface="Lucida Sans Unicode"/>
              </a:rPr>
              <a:t>esperienze </a:t>
            </a:r>
            <a:r>
              <a:rPr sz="1500" spc="-125" dirty="0">
                <a:solidFill>
                  <a:srgbClr val="5A6771"/>
                </a:solidFill>
                <a:latin typeface="Lucida Sans Unicode"/>
                <a:cs typeface="Lucida Sans Unicode"/>
              </a:rPr>
              <a:t>nell’utilizzo</a:t>
            </a:r>
            <a:r>
              <a:rPr sz="1500" spc="-85" dirty="0">
                <a:solidFill>
                  <a:srgbClr val="5A6771"/>
                </a:solidFill>
                <a:latin typeface="Lucida Sans Unicode"/>
                <a:cs typeface="Lucida Sans Unicode"/>
              </a:rPr>
              <a:t> </a:t>
            </a:r>
            <a:r>
              <a:rPr sz="1500" spc="-120" dirty="0">
                <a:solidFill>
                  <a:srgbClr val="5A6771"/>
                </a:solidFill>
                <a:latin typeface="Lucida Sans Unicode"/>
                <a:cs typeface="Lucida Sans Unicode"/>
              </a:rPr>
              <a:t>dello</a:t>
            </a:r>
            <a:r>
              <a:rPr sz="1500" spc="-85" dirty="0">
                <a:solidFill>
                  <a:srgbClr val="5A6771"/>
                </a:solidFill>
                <a:latin typeface="Lucida Sans Unicode"/>
                <a:cs typeface="Lucida Sans Unicode"/>
              </a:rPr>
              <a:t> stesso </a:t>
            </a:r>
            <a:r>
              <a:rPr sz="1500" spc="-114" dirty="0">
                <a:solidFill>
                  <a:srgbClr val="5A6771"/>
                </a:solidFill>
                <a:latin typeface="Lucida Sans Unicode"/>
                <a:cs typeface="Lucida Sans Unicode"/>
              </a:rPr>
              <a:t>servizio.</a:t>
            </a:r>
            <a:endParaRPr sz="1500">
              <a:latin typeface="Lucida Sans Unicode"/>
              <a:cs typeface="Lucida Sans Unicode"/>
            </a:endParaRPr>
          </a:p>
        </p:txBody>
      </p:sp>
      <p:sp>
        <p:nvSpPr>
          <p:cNvPr id="17" name="object 17"/>
          <p:cNvSpPr txBox="1"/>
          <p:nvPr/>
        </p:nvSpPr>
        <p:spPr>
          <a:xfrm>
            <a:off x="4858259" y="5494590"/>
            <a:ext cx="2623185" cy="2966720"/>
          </a:xfrm>
          <a:prstGeom prst="rect">
            <a:avLst/>
          </a:prstGeom>
        </p:spPr>
        <p:txBody>
          <a:bodyPr vert="horz" wrap="square" lIns="0" tIns="12700" rIns="0" bIns="0" rtlCol="0">
            <a:spAutoFit/>
          </a:bodyPr>
          <a:lstStyle/>
          <a:p>
            <a:pPr marL="12700">
              <a:lnSpc>
                <a:spcPct val="100000"/>
              </a:lnSpc>
              <a:spcBef>
                <a:spcPts val="100"/>
              </a:spcBef>
            </a:pPr>
            <a:r>
              <a:rPr sz="2600" b="1" spc="-25" dirty="0">
                <a:solidFill>
                  <a:srgbClr val="0066CC"/>
                </a:solidFill>
                <a:latin typeface="Trebuchet MS"/>
                <a:cs typeface="Trebuchet MS"/>
              </a:rPr>
              <a:t>02</a:t>
            </a:r>
            <a:endParaRPr sz="2600">
              <a:latin typeface="Trebuchet MS"/>
              <a:cs typeface="Trebuchet MS"/>
            </a:endParaRPr>
          </a:p>
          <a:p>
            <a:pPr marL="12700" marR="66675" algn="just">
              <a:lnSpc>
                <a:spcPct val="116700"/>
              </a:lnSpc>
              <a:spcBef>
                <a:spcPts val="1135"/>
              </a:spcBef>
            </a:pPr>
            <a:r>
              <a:rPr sz="1500" b="1" spc="-60" dirty="0">
                <a:solidFill>
                  <a:srgbClr val="5A6771"/>
                </a:solidFill>
                <a:latin typeface="Trebuchet MS"/>
                <a:cs typeface="Trebuchet MS"/>
              </a:rPr>
              <a:t>Identifica</a:t>
            </a:r>
            <a:r>
              <a:rPr sz="1500" b="1" spc="-125" dirty="0">
                <a:solidFill>
                  <a:srgbClr val="5A6771"/>
                </a:solidFill>
                <a:latin typeface="Trebuchet MS"/>
                <a:cs typeface="Trebuchet MS"/>
              </a:rPr>
              <a:t> </a:t>
            </a:r>
            <a:r>
              <a:rPr sz="1500" b="1" spc="-65" dirty="0">
                <a:solidFill>
                  <a:srgbClr val="5A6771"/>
                </a:solidFill>
                <a:latin typeface="Trebuchet MS"/>
                <a:cs typeface="Trebuchet MS"/>
              </a:rPr>
              <a:t>le</a:t>
            </a:r>
            <a:r>
              <a:rPr sz="1500" b="1" spc="-125" dirty="0">
                <a:solidFill>
                  <a:srgbClr val="5A6771"/>
                </a:solidFill>
                <a:latin typeface="Trebuchet MS"/>
                <a:cs typeface="Trebuchet MS"/>
              </a:rPr>
              <a:t> </a:t>
            </a:r>
            <a:r>
              <a:rPr sz="1500" b="1" spc="-20" dirty="0">
                <a:solidFill>
                  <a:srgbClr val="5A6771"/>
                </a:solidFill>
                <a:latin typeface="Trebuchet MS"/>
                <a:cs typeface="Trebuchet MS"/>
              </a:rPr>
              <a:t>fasi</a:t>
            </a:r>
            <a:r>
              <a:rPr sz="1500" b="1" spc="-125" dirty="0">
                <a:solidFill>
                  <a:srgbClr val="5A6771"/>
                </a:solidFill>
                <a:latin typeface="Trebuchet MS"/>
                <a:cs typeface="Trebuchet MS"/>
              </a:rPr>
              <a:t> </a:t>
            </a:r>
            <a:r>
              <a:rPr sz="1500" spc="-120" dirty="0">
                <a:solidFill>
                  <a:srgbClr val="5A6771"/>
                </a:solidFill>
                <a:latin typeface="Lucida Sans Unicode"/>
                <a:cs typeface="Lucida Sans Unicode"/>
              </a:rPr>
              <a:t>in</a:t>
            </a:r>
            <a:r>
              <a:rPr sz="1500" spc="-145" dirty="0">
                <a:solidFill>
                  <a:srgbClr val="5A6771"/>
                </a:solidFill>
                <a:latin typeface="Lucida Sans Unicode"/>
                <a:cs typeface="Lucida Sans Unicode"/>
              </a:rPr>
              <a:t> </a:t>
            </a:r>
            <a:r>
              <a:rPr sz="1500" spc="-125" dirty="0">
                <a:solidFill>
                  <a:srgbClr val="5A6771"/>
                </a:solidFill>
                <a:latin typeface="Lucida Sans Unicode"/>
                <a:cs typeface="Lucida Sans Unicode"/>
              </a:rPr>
              <a:t>cui</a:t>
            </a:r>
            <a:r>
              <a:rPr sz="1500" spc="-145" dirty="0">
                <a:solidFill>
                  <a:srgbClr val="5A6771"/>
                </a:solidFill>
                <a:latin typeface="Lucida Sans Unicode"/>
                <a:cs typeface="Lucida Sans Unicode"/>
              </a:rPr>
              <a:t> </a:t>
            </a:r>
            <a:r>
              <a:rPr sz="1500" spc="-90" dirty="0">
                <a:solidFill>
                  <a:srgbClr val="5A6771"/>
                </a:solidFill>
                <a:latin typeface="Lucida Sans Unicode"/>
                <a:cs typeface="Lucida Sans Unicode"/>
              </a:rPr>
              <a:t>si</a:t>
            </a:r>
            <a:r>
              <a:rPr sz="1500" spc="-145" dirty="0">
                <a:solidFill>
                  <a:srgbClr val="5A6771"/>
                </a:solidFill>
                <a:latin typeface="Lucida Sans Unicode"/>
                <a:cs typeface="Lucida Sans Unicode"/>
              </a:rPr>
              <a:t> </a:t>
            </a:r>
            <a:r>
              <a:rPr sz="1500" spc="-105" dirty="0">
                <a:solidFill>
                  <a:srgbClr val="5A6771"/>
                </a:solidFill>
                <a:latin typeface="Lucida Sans Unicode"/>
                <a:cs typeface="Lucida Sans Unicode"/>
              </a:rPr>
              <a:t>svolge</a:t>
            </a:r>
            <a:r>
              <a:rPr sz="1500" spc="-75" dirty="0">
                <a:solidFill>
                  <a:srgbClr val="5A6771"/>
                </a:solidFill>
                <a:latin typeface="Lucida Sans Unicode"/>
                <a:cs typeface="Lucida Sans Unicode"/>
              </a:rPr>
              <a:t> </a:t>
            </a:r>
            <a:r>
              <a:rPr sz="1500" spc="-120" dirty="0">
                <a:solidFill>
                  <a:srgbClr val="5A6771"/>
                </a:solidFill>
                <a:latin typeface="Lucida Sans Unicode"/>
                <a:cs typeface="Lucida Sans Unicode"/>
              </a:rPr>
              <a:t>l’esperienza</a:t>
            </a:r>
            <a:r>
              <a:rPr sz="1500" spc="-145" dirty="0">
                <a:solidFill>
                  <a:srgbClr val="5A6771"/>
                </a:solidFill>
                <a:latin typeface="Lucida Sans Unicode"/>
                <a:cs typeface="Lucida Sans Unicode"/>
              </a:rPr>
              <a:t> </a:t>
            </a:r>
            <a:r>
              <a:rPr sz="1500" spc="-125" dirty="0">
                <a:solidFill>
                  <a:srgbClr val="5A6771"/>
                </a:solidFill>
                <a:latin typeface="Lucida Sans Unicode"/>
                <a:cs typeface="Lucida Sans Unicode"/>
              </a:rPr>
              <a:t>ragionando</a:t>
            </a:r>
            <a:r>
              <a:rPr sz="1500" spc="-145" dirty="0">
                <a:solidFill>
                  <a:srgbClr val="5A6771"/>
                </a:solidFill>
                <a:latin typeface="Lucida Sans Unicode"/>
                <a:cs typeface="Lucida Sans Unicode"/>
              </a:rPr>
              <a:t> </a:t>
            </a:r>
            <a:r>
              <a:rPr sz="1500" spc="-105" dirty="0">
                <a:solidFill>
                  <a:srgbClr val="5A6771"/>
                </a:solidFill>
                <a:latin typeface="Lucida Sans Unicode"/>
                <a:cs typeface="Lucida Sans Unicode"/>
              </a:rPr>
              <a:t>su</a:t>
            </a:r>
            <a:r>
              <a:rPr sz="1500" spc="-145" dirty="0">
                <a:solidFill>
                  <a:srgbClr val="5A6771"/>
                </a:solidFill>
                <a:latin typeface="Lucida Sans Unicode"/>
                <a:cs typeface="Lucida Sans Unicode"/>
              </a:rPr>
              <a:t> </a:t>
            </a:r>
            <a:r>
              <a:rPr sz="1500" spc="-105" dirty="0">
                <a:solidFill>
                  <a:srgbClr val="5A6771"/>
                </a:solidFill>
                <a:latin typeface="Lucida Sans Unicode"/>
                <a:cs typeface="Lucida Sans Unicode"/>
              </a:rPr>
              <a:t>cosa</a:t>
            </a:r>
            <a:r>
              <a:rPr sz="1500" spc="-55" dirty="0">
                <a:solidFill>
                  <a:srgbClr val="5A6771"/>
                </a:solidFill>
                <a:latin typeface="Lucida Sans Unicode"/>
                <a:cs typeface="Lucida Sans Unicode"/>
              </a:rPr>
              <a:t> </a:t>
            </a:r>
            <a:r>
              <a:rPr sz="1500" spc="-114" dirty="0">
                <a:solidFill>
                  <a:srgbClr val="5A6771"/>
                </a:solidFill>
                <a:latin typeface="Lucida Sans Unicode"/>
                <a:cs typeface="Lucida Sans Unicode"/>
              </a:rPr>
              <a:t>succede</a:t>
            </a:r>
            <a:r>
              <a:rPr sz="1500" spc="-145" dirty="0">
                <a:solidFill>
                  <a:srgbClr val="5A6771"/>
                </a:solidFill>
                <a:latin typeface="Lucida Sans Unicode"/>
                <a:cs typeface="Lucida Sans Unicode"/>
              </a:rPr>
              <a:t> </a:t>
            </a:r>
            <a:r>
              <a:rPr sz="1500" b="1" spc="-80" dirty="0">
                <a:solidFill>
                  <a:srgbClr val="5A6771"/>
                </a:solidFill>
                <a:latin typeface="Trebuchet MS"/>
                <a:cs typeface="Trebuchet MS"/>
              </a:rPr>
              <a:t>prima,</a:t>
            </a:r>
            <a:r>
              <a:rPr sz="1500" b="1" spc="-125" dirty="0">
                <a:solidFill>
                  <a:srgbClr val="5A6771"/>
                </a:solidFill>
                <a:latin typeface="Trebuchet MS"/>
                <a:cs typeface="Trebuchet MS"/>
              </a:rPr>
              <a:t> </a:t>
            </a:r>
            <a:r>
              <a:rPr sz="1500" b="1" spc="-65" dirty="0">
                <a:solidFill>
                  <a:srgbClr val="5A6771"/>
                </a:solidFill>
                <a:latin typeface="Trebuchet MS"/>
                <a:cs typeface="Trebuchet MS"/>
              </a:rPr>
              <a:t>durante</a:t>
            </a:r>
            <a:r>
              <a:rPr sz="1500" b="1" spc="-125" dirty="0">
                <a:solidFill>
                  <a:srgbClr val="5A6771"/>
                </a:solidFill>
                <a:latin typeface="Trebuchet MS"/>
                <a:cs typeface="Trebuchet MS"/>
              </a:rPr>
              <a:t> </a:t>
            </a:r>
            <a:r>
              <a:rPr sz="1500" b="1" spc="-105" dirty="0">
                <a:solidFill>
                  <a:srgbClr val="5A6771"/>
                </a:solidFill>
                <a:latin typeface="Trebuchet MS"/>
                <a:cs typeface="Trebuchet MS"/>
              </a:rPr>
              <a:t>e</a:t>
            </a:r>
            <a:r>
              <a:rPr sz="1500" b="1" spc="-125" dirty="0">
                <a:solidFill>
                  <a:srgbClr val="5A6771"/>
                </a:solidFill>
                <a:latin typeface="Trebuchet MS"/>
                <a:cs typeface="Trebuchet MS"/>
              </a:rPr>
              <a:t> </a:t>
            </a:r>
            <a:r>
              <a:rPr sz="1500" b="1" spc="-65" dirty="0">
                <a:solidFill>
                  <a:srgbClr val="5A6771"/>
                </a:solidFill>
                <a:latin typeface="Trebuchet MS"/>
                <a:cs typeface="Trebuchet MS"/>
              </a:rPr>
              <a:t>dopo</a:t>
            </a:r>
            <a:r>
              <a:rPr sz="1500" b="1" spc="-35" dirty="0">
                <a:solidFill>
                  <a:srgbClr val="5A6771"/>
                </a:solidFill>
                <a:latin typeface="Trebuchet MS"/>
                <a:cs typeface="Trebuchet MS"/>
              </a:rPr>
              <a:t> </a:t>
            </a:r>
            <a:r>
              <a:rPr sz="1500" spc="-114" dirty="0">
                <a:solidFill>
                  <a:srgbClr val="5A6771"/>
                </a:solidFill>
                <a:latin typeface="Lucida Sans Unicode"/>
                <a:cs typeface="Lucida Sans Unicode"/>
              </a:rPr>
              <a:t>l’interazione</a:t>
            </a:r>
            <a:r>
              <a:rPr sz="1500" spc="-145" dirty="0">
                <a:solidFill>
                  <a:srgbClr val="5A6771"/>
                </a:solidFill>
                <a:latin typeface="Lucida Sans Unicode"/>
                <a:cs typeface="Lucida Sans Unicode"/>
              </a:rPr>
              <a:t> </a:t>
            </a:r>
            <a:r>
              <a:rPr sz="1500" spc="-130" dirty="0">
                <a:solidFill>
                  <a:srgbClr val="5A6771"/>
                </a:solidFill>
                <a:latin typeface="Lucida Sans Unicode"/>
                <a:cs typeface="Lucida Sans Unicode"/>
              </a:rPr>
              <a:t>con</a:t>
            </a:r>
            <a:r>
              <a:rPr sz="1500" spc="-145" dirty="0">
                <a:solidFill>
                  <a:srgbClr val="5A6771"/>
                </a:solidFill>
                <a:latin typeface="Lucida Sans Unicode"/>
                <a:cs typeface="Lucida Sans Unicode"/>
              </a:rPr>
              <a:t> </a:t>
            </a:r>
            <a:r>
              <a:rPr sz="1500" spc="-130" dirty="0">
                <a:solidFill>
                  <a:srgbClr val="5A6771"/>
                </a:solidFill>
                <a:latin typeface="Lucida Sans Unicode"/>
                <a:cs typeface="Lucida Sans Unicode"/>
              </a:rPr>
              <a:t>un</a:t>
            </a:r>
            <a:r>
              <a:rPr sz="1500" spc="-145" dirty="0">
                <a:solidFill>
                  <a:srgbClr val="5A6771"/>
                </a:solidFill>
                <a:latin typeface="Lucida Sans Unicode"/>
                <a:cs typeface="Lucida Sans Unicode"/>
              </a:rPr>
              <a:t> </a:t>
            </a:r>
            <a:r>
              <a:rPr sz="1500" spc="-110" dirty="0">
                <a:solidFill>
                  <a:srgbClr val="5A6771"/>
                </a:solidFill>
                <a:latin typeface="Lucida Sans Unicode"/>
                <a:cs typeface="Lucida Sans Unicode"/>
              </a:rPr>
              <a:t>servizio.</a:t>
            </a:r>
            <a:endParaRPr sz="1500">
              <a:latin typeface="Lucida Sans Unicode"/>
              <a:cs typeface="Lucida Sans Unicode"/>
            </a:endParaRPr>
          </a:p>
          <a:p>
            <a:pPr marL="12700" marR="5080">
              <a:lnSpc>
                <a:spcPct val="116700"/>
              </a:lnSpc>
            </a:pPr>
            <a:r>
              <a:rPr sz="1500" spc="-135" dirty="0">
                <a:solidFill>
                  <a:srgbClr val="5A6771"/>
                </a:solidFill>
                <a:latin typeface="Lucida Sans Unicode"/>
                <a:cs typeface="Lucida Sans Unicode"/>
              </a:rPr>
              <a:t>Disponi</a:t>
            </a:r>
            <a:r>
              <a:rPr sz="1500" spc="-110" dirty="0">
                <a:solidFill>
                  <a:srgbClr val="5A6771"/>
                </a:solidFill>
                <a:latin typeface="Lucida Sans Unicode"/>
                <a:cs typeface="Lucida Sans Unicode"/>
              </a:rPr>
              <a:t> </a:t>
            </a:r>
            <a:r>
              <a:rPr sz="1500" spc="-95" dirty="0">
                <a:solidFill>
                  <a:srgbClr val="5A6771"/>
                </a:solidFill>
                <a:latin typeface="Lucida Sans Unicode"/>
                <a:cs typeface="Lucida Sans Unicode"/>
              </a:rPr>
              <a:t>le</a:t>
            </a:r>
            <a:r>
              <a:rPr sz="1500" spc="-110" dirty="0">
                <a:solidFill>
                  <a:srgbClr val="5A6771"/>
                </a:solidFill>
                <a:latin typeface="Lucida Sans Unicode"/>
                <a:cs typeface="Lucida Sans Unicode"/>
              </a:rPr>
              <a:t> </a:t>
            </a:r>
            <a:r>
              <a:rPr sz="1500" spc="-85" dirty="0">
                <a:solidFill>
                  <a:srgbClr val="5A6771"/>
                </a:solidFill>
                <a:latin typeface="Lucida Sans Unicode"/>
                <a:cs typeface="Lucida Sans Unicode"/>
              </a:rPr>
              <a:t>fasi</a:t>
            </a:r>
            <a:r>
              <a:rPr sz="1500" spc="-110" dirty="0">
                <a:solidFill>
                  <a:srgbClr val="5A6771"/>
                </a:solidFill>
                <a:latin typeface="Lucida Sans Unicode"/>
                <a:cs typeface="Lucida Sans Unicode"/>
              </a:rPr>
              <a:t> </a:t>
            </a:r>
            <a:r>
              <a:rPr sz="1500" spc="-125" dirty="0">
                <a:solidFill>
                  <a:srgbClr val="5A6771"/>
                </a:solidFill>
                <a:latin typeface="Lucida Sans Unicode"/>
                <a:cs typeface="Lucida Sans Unicode"/>
              </a:rPr>
              <a:t>secondo</a:t>
            </a:r>
            <a:r>
              <a:rPr sz="1500" spc="-110" dirty="0">
                <a:solidFill>
                  <a:srgbClr val="5A6771"/>
                </a:solidFill>
                <a:latin typeface="Lucida Sans Unicode"/>
                <a:cs typeface="Lucida Sans Unicode"/>
              </a:rPr>
              <a:t> </a:t>
            </a:r>
            <a:r>
              <a:rPr sz="1500" spc="-25" dirty="0">
                <a:solidFill>
                  <a:srgbClr val="5A6771"/>
                </a:solidFill>
                <a:latin typeface="Lucida Sans Unicode"/>
                <a:cs typeface="Lucida Sans Unicode"/>
              </a:rPr>
              <a:t>una </a:t>
            </a:r>
            <a:r>
              <a:rPr sz="1500" spc="-120" dirty="0">
                <a:solidFill>
                  <a:srgbClr val="5A6771"/>
                </a:solidFill>
                <a:latin typeface="Lucida Sans Unicode"/>
                <a:cs typeface="Lucida Sans Unicode"/>
              </a:rPr>
              <a:t>sequenza</a:t>
            </a:r>
            <a:r>
              <a:rPr sz="1500" spc="-85" dirty="0">
                <a:solidFill>
                  <a:srgbClr val="5A6771"/>
                </a:solidFill>
                <a:latin typeface="Lucida Sans Unicode"/>
                <a:cs typeface="Lucida Sans Unicode"/>
              </a:rPr>
              <a:t> </a:t>
            </a:r>
            <a:r>
              <a:rPr sz="1500" spc="-125" dirty="0">
                <a:solidFill>
                  <a:srgbClr val="5A6771"/>
                </a:solidFill>
                <a:latin typeface="Lucida Sans Unicode"/>
                <a:cs typeface="Lucida Sans Unicode"/>
              </a:rPr>
              <a:t>logica</a:t>
            </a:r>
            <a:r>
              <a:rPr sz="1500" spc="-85" dirty="0">
                <a:solidFill>
                  <a:srgbClr val="5A6771"/>
                </a:solidFill>
                <a:latin typeface="Lucida Sans Unicode"/>
                <a:cs typeface="Lucida Sans Unicode"/>
              </a:rPr>
              <a:t> </a:t>
            </a:r>
            <a:r>
              <a:rPr sz="1500" spc="-105" dirty="0">
                <a:solidFill>
                  <a:srgbClr val="5A6771"/>
                </a:solidFill>
                <a:latin typeface="Lucida Sans Unicode"/>
                <a:cs typeface="Lucida Sans Unicode"/>
              </a:rPr>
              <a:t>lineare</a:t>
            </a:r>
            <a:r>
              <a:rPr sz="1500" spc="-85" dirty="0">
                <a:solidFill>
                  <a:srgbClr val="5A6771"/>
                </a:solidFill>
                <a:latin typeface="Lucida Sans Unicode"/>
                <a:cs typeface="Lucida Sans Unicode"/>
              </a:rPr>
              <a:t> </a:t>
            </a:r>
            <a:r>
              <a:rPr sz="1500" spc="-10" dirty="0">
                <a:solidFill>
                  <a:srgbClr val="5A6771"/>
                </a:solidFill>
                <a:latin typeface="Lucida Sans Unicode"/>
                <a:cs typeface="Lucida Sans Unicode"/>
              </a:rPr>
              <a:t>lungo </a:t>
            </a:r>
            <a:r>
              <a:rPr sz="1500" spc="-100" dirty="0">
                <a:solidFill>
                  <a:srgbClr val="5A6771"/>
                </a:solidFill>
                <a:latin typeface="Lucida Sans Unicode"/>
                <a:cs typeface="Lucida Sans Unicode"/>
              </a:rPr>
              <a:t>l’asse</a:t>
            </a:r>
            <a:r>
              <a:rPr sz="1500" spc="-75" dirty="0">
                <a:solidFill>
                  <a:srgbClr val="5A6771"/>
                </a:solidFill>
                <a:latin typeface="Lucida Sans Unicode"/>
                <a:cs typeface="Lucida Sans Unicode"/>
              </a:rPr>
              <a:t> </a:t>
            </a:r>
            <a:r>
              <a:rPr sz="1500" spc="-125" dirty="0">
                <a:solidFill>
                  <a:srgbClr val="5A6771"/>
                </a:solidFill>
                <a:latin typeface="Lucida Sans Unicode"/>
                <a:cs typeface="Lucida Sans Unicode"/>
              </a:rPr>
              <a:t>orizzontale,</a:t>
            </a:r>
            <a:r>
              <a:rPr sz="1500" spc="-70" dirty="0">
                <a:solidFill>
                  <a:srgbClr val="5A6771"/>
                </a:solidFill>
                <a:latin typeface="Lucida Sans Unicode"/>
                <a:cs typeface="Lucida Sans Unicode"/>
              </a:rPr>
              <a:t> </a:t>
            </a:r>
            <a:r>
              <a:rPr sz="1500" b="1" spc="-10" dirty="0">
                <a:solidFill>
                  <a:srgbClr val="5A6771"/>
                </a:solidFill>
                <a:latin typeface="Trebuchet MS"/>
                <a:cs typeface="Trebuchet MS"/>
              </a:rPr>
              <a:t>aggiungendo </a:t>
            </a:r>
            <a:r>
              <a:rPr sz="1500" b="1" spc="-65" dirty="0">
                <a:solidFill>
                  <a:srgbClr val="5A6771"/>
                </a:solidFill>
                <a:latin typeface="Trebuchet MS"/>
                <a:cs typeface="Trebuchet MS"/>
              </a:rPr>
              <a:t>o</a:t>
            </a:r>
            <a:r>
              <a:rPr sz="1500" b="1" spc="-95" dirty="0">
                <a:solidFill>
                  <a:srgbClr val="5A6771"/>
                </a:solidFill>
                <a:latin typeface="Trebuchet MS"/>
                <a:cs typeface="Trebuchet MS"/>
              </a:rPr>
              <a:t> </a:t>
            </a:r>
            <a:r>
              <a:rPr sz="1500" b="1" spc="-60" dirty="0">
                <a:solidFill>
                  <a:srgbClr val="5A6771"/>
                </a:solidFill>
                <a:latin typeface="Trebuchet MS"/>
                <a:cs typeface="Trebuchet MS"/>
              </a:rPr>
              <a:t>eliminando</a:t>
            </a:r>
            <a:r>
              <a:rPr sz="1500" b="1" spc="-90" dirty="0">
                <a:solidFill>
                  <a:srgbClr val="5A6771"/>
                </a:solidFill>
                <a:latin typeface="Trebuchet MS"/>
                <a:cs typeface="Trebuchet MS"/>
              </a:rPr>
              <a:t> </a:t>
            </a:r>
            <a:r>
              <a:rPr sz="1500" b="1" spc="-80" dirty="0">
                <a:solidFill>
                  <a:srgbClr val="5A6771"/>
                </a:solidFill>
                <a:latin typeface="Trebuchet MS"/>
                <a:cs typeface="Trebuchet MS"/>
              </a:rPr>
              <a:t>colonne</a:t>
            </a:r>
            <a:r>
              <a:rPr sz="1500" b="1" spc="-90" dirty="0">
                <a:solidFill>
                  <a:srgbClr val="5A6771"/>
                </a:solidFill>
                <a:latin typeface="Trebuchet MS"/>
                <a:cs typeface="Trebuchet MS"/>
              </a:rPr>
              <a:t> </a:t>
            </a:r>
            <a:r>
              <a:rPr sz="1500" spc="-80" dirty="0">
                <a:solidFill>
                  <a:srgbClr val="5A6771"/>
                </a:solidFill>
                <a:latin typeface="Lucida Sans Unicode"/>
                <a:cs typeface="Lucida Sans Unicode"/>
              </a:rPr>
              <a:t>a</a:t>
            </a:r>
            <a:r>
              <a:rPr sz="1500" spc="-110" dirty="0">
                <a:solidFill>
                  <a:srgbClr val="5A6771"/>
                </a:solidFill>
                <a:latin typeface="Lucida Sans Unicode"/>
                <a:cs typeface="Lucida Sans Unicode"/>
              </a:rPr>
              <a:t> seconda </a:t>
            </a:r>
            <a:r>
              <a:rPr sz="1500" spc="-120" dirty="0">
                <a:solidFill>
                  <a:srgbClr val="5A6771"/>
                </a:solidFill>
                <a:latin typeface="Lucida Sans Unicode"/>
                <a:cs typeface="Lucida Sans Unicode"/>
              </a:rPr>
              <a:t>del </a:t>
            </a:r>
            <a:r>
              <a:rPr sz="1500" spc="-135" dirty="0">
                <a:solidFill>
                  <a:srgbClr val="5A6771"/>
                </a:solidFill>
                <a:latin typeface="Lucida Sans Unicode"/>
                <a:cs typeface="Lucida Sans Unicode"/>
              </a:rPr>
              <a:t>numero</a:t>
            </a:r>
            <a:r>
              <a:rPr sz="1500" spc="-114" dirty="0">
                <a:solidFill>
                  <a:srgbClr val="5A6771"/>
                </a:solidFill>
                <a:latin typeface="Lucida Sans Unicode"/>
                <a:cs typeface="Lucida Sans Unicode"/>
              </a:rPr>
              <a:t> </a:t>
            </a:r>
            <a:r>
              <a:rPr sz="1500" spc="-145" dirty="0">
                <a:solidFill>
                  <a:srgbClr val="5A6771"/>
                </a:solidFill>
                <a:latin typeface="Lucida Sans Unicode"/>
                <a:cs typeface="Lucida Sans Unicode"/>
              </a:rPr>
              <a:t>di</a:t>
            </a:r>
            <a:r>
              <a:rPr sz="1500" spc="-114" dirty="0">
                <a:solidFill>
                  <a:srgbClr val="5A6771"/>
                </a:solidFill>
                <a:latin typeface="Lucida Sans Unicode"/>
                <a:cs typeface="Lucida Sans Unicode"/>
              </a:rPr>
              <a:t> </a:t>
            </a:r>
            <a:r>
              <a:rPr sz="1500" spc="-85" dirty="0">
                <a:solidFill>
                  <a:srgbClr val="5A6771"/>
                </a:solidFill>
                <a:latin typeface="Lucida Sans Unicode"/>
                <a:cs typeface="Lucida Sans Unicode"/>
              </a:rPr>
              <a:t>fasi</a:t>
            </a:r>
            <a:r>
              <a:rPr sz="1500" spc="-114" dirty="0">
                <a:solidFill>
                  <a:srgbClr val="5A6771"/>
                </a:solidFill>
                <a:latin typeface="Lucida Sans Unicode"/>
                <a:cs typeface="Lucida Sans Unicode"/>
              </a:rPr>
              <a:t> </a:t>
            </a:r>
            <a:r>
              <a:rPr sz="1500" spc="-25" dirty="0">
                <a:solidFill>
                  <a:srgbClr val="5A6771"/>
                </a:solidFill>
                <a:latin typeface="Lucida Sans Unicode"/>
                <a:cs typeface="Lucida Sans Unicode"/>
              </a:rPr>
              <a:t>identificate.</a:t>
            </a:r>
            <a:endParaRPr sz="1500">
              <a:latin typeface="Lucida Sans Unicode"/>
              <a:cs typeface="Lucida Sans Unicode"/>
            </a:endParaRPr>
          </a:p>
        </p:txBody>
      </p:sp>
      <p:sp>
        <p:nvSpPr>
          <p:cNvPr id="18" name="object 18"/>
          <p:cNvSpPr txBox="1"/>
          <p:nvPr/>
        </p:nvSpPr>
        <p:spPr>
          <a:xfrm>
            <a:off x="11081904" y="5494590"/>
            <a:ext cx="2401570" cy="2433320"/>
          </a:xfrm>
          <a:prstGeom prst="rect">
            <a:avLst/>
          </a:prstGeom>
        </p:spPr>
        <p:txBody>
          <a:bodyPr vert="horz" wrap="square" lIns="0" tIns="12700" rIns="0" bIns="0" rtlCol="0">
            <a:spAutoFit/>
          </a:bodyPr>
          <a:lstStyle/>
          <a:p>
            <a:pPr marL="12700">
              <a:lnSpc>
                <a:spcPct val="100000"/>
              </a:lnSpc>
              <a:spcBef>
                <a:spcPts val="100"/>
              </a:spcBef>
            </a:pPr>
            <a:r>
              <a:rPr sz="2600" b="1" spc="-25" dirty="0">
                <a:solidFill>
                  <a:srgbClr val="0066CC"/>
                </a:solidFill>
                <a:latin typeface="Trebuchet MS"/>
                <a:cs typeface="Trebuchet MS"/>
              </a:rPr>
              <a:t>04</a:t>
            </a:r>
            <a:endParaRPr sz="2600">
              <a:latin typeface="Trebuchet MS"/>
              <a:cs typeface="Trebuchet MS"/>
            </a:endParaRPr>
          </a:p>
          <a:p>
            <a:pPr marL="12700" marR="5080">
              <a:lnSpc>
                <a:spcPct val="116700"/>
              </a:lnSpc>
              <a:spcBef>
                <a:spcPts val="1135"/>
              </a:spcBef>
            </a:pPr>
            <a:r>
              <a:rPr sz="1500" spc="-80" dirty="0">
                <a:solidFill>
                  <a:srgbClr val="5A6771"/>
                </a:solidFill>
                <a:latin typeface="Lucida Sans Unicode"/>
                <a:cs typeface="Lucida Sans Unicode"/>
              </a:rPr>
              <a:t>Rifletti</a:t>
            </a:r>
            <a:r>
              <a:rPr sz="1500" spc="-114" dirty="0">
                <a:solidFill>
                  <a:srgbClr val="5A6771"/>
                </a:solidFill>
                <a:latin typeface="Lucida Sans Unicode"/>
                <a:cs typeface="Lucida Sans Unicode"/>
              </a:rPr>
              <a:t> </a:t>
            </a:r>
            <a:r>
              <a:rPr sz="1500" spc="-110" dirty="0">
                <a:solidFill>
                  <a:srgbClr val="5A6771"/>
                </a:solidFill>
                <a:latin typeface="Lucida Sans Unicode"/>
                <a:cs typeface="Lucida Sans Unicode"/>
              </a:rPr>
              <a:t>infine su</a:t>
            </a:r>
            <a:r>
              <a:rPr sz="1500" spc="-114" dirty="0">
                <a:solidFill>
                  <a:srgbClr val="5A6771"/>
                </a:solidFill>
                <a:latin typeface="Lucida Sans Unicode"/>
                <a:cs typeface="Lucida Sans Unicode"/>
              </a:rPr>
              <a:t> </a:t>
            </a:r>
            <a:r>
              <a:rPr sz="1500" spc="-135" dirty="0">
                <a:solidFill>
                  <a:srgbClr val="5A6771"/>
                </a:solidFill>
                <a:latin typeface="Lucida Sans Unicode"/>
                <a:cs typeface="Lucida Sans Unicode"/>
              </a:rPr>
              <a:t>come</a:t>
            </a:r>
            <a:r>
              <a:rPr sz="1500" spc="-110" dirty="0">
                <a:solidFill>
                  <a:srgbClr val="5A6771"/>
                </a:solidFill>
                <a:latin typeface="Lucida Sans Unicode"/>
                <a:cs typeface="Lucida Sans Unicode"/>
              </a:rPr>
              <a:t> </a:t>
            </a:r>
            <a:r>
              <a:rPr sz="1500" spc="-114" dirty="0">
                <a:solidFill>
                  <a:srgbClr val="5A6771"/>
                </a:solidFill>
                <a:latin typeface="Lucida Sans Unicode"/>
                <a:cs typeface="Lucida Sans Unicode"/>
              </a:rPr>
              <a:t>i </a:t>
            </a:r>
            <a:r>
              <a:rPr sz="1500" spc="-100" dirty="0">
                <a:solidFill>
                  <a:srgbClr val="5A6771"/>
                </a:solidFill>
                <a:latin typeface="Lucida Sans Unicode"/>
                <a:cs typeface="Lucida Sans Unicode"/>
              </a:rPr>
              <a:t>servizi </a:t>
            </a:r>
            <a:r>
              <a:rPr sz="1500" spc="-85" dirty="0">
                <a:solidFill>
                  <a:srgbClr val="5A6771"/>
                </a:solidFill>
                <a:latin typeface="Lucida Sans Unicode"/>
                <a:cs typeface="Lucida Sans Unicode"/>
              </a:rPr>
              <a:t>esistenti</a:t>
            </a:r>
            <a:r>
              <a:rPr sz="1500" spc="-75" dirty="0">
                <a:solidFill>
                  <a:srgbClr val="5A6771"/>
                </a:solidFill>
                <a:latin typeface="Lucida Sans Unicode"/>
                <a:cs typeface="Lucida Sans Unicode"/>
              </a:rPr>
              <a:t> </a:t>
            </a:r>
            <a:r>
              <a:rPr sz="1500" spc="-135" dirty="0">
                <a:solidFill>
                  <a:srgbClr val="5A6771"/>
                </a:solidFill>
                <a:latin typeface="Lucida Sans Unicode"/>
                <a:cs typeface="Lucida Sans Unicode"/>
              </a:rPr>
              <a:t>rispondono</a:t>
            </a:r>
            <a:r>
              <a:rPr sz="1500" spc="-70" dirty="0">
                <a:solidFill>
                  <a:srgbClr val="5A6771"/>
                </a:solidFill>
                <a:latin typeface="Lucida Sans Unicode"/>
                <a:cs typeface="Lucida Sans Unicode"/>
              </a:rPr>
              <a:t> </a:t>
            </a:r>
            <a:r>
              <a:rPr sz="1500" spc="-20" dirty="0">
                <a:solidFill>
                  <a:srgbClr val="5A6771"/>
                </a:solidFill>
                <a:latin typeface="Lucida Sans Unicode"/>
                <a:cs typeface="Lucida Sans Unicode"/>
              </a:rPr>
              <a:t>alle </a:t>
            </a:r>
            <a:r>
              <a:rPr sz="1500" spc="-95" dirty="0">
                <a:solidFill>
                  <a:srgbClr val="5A6771"/>
                </a:solidFill>
                <a:latin typeface="Lucida Sans Unicode"/>
                <a:cs typeface="Lucida Sans Unicode"/>
              </a:rPr>
              <a:t>necessità</a:t>
            </a:r>
            <a:r>
              <a:rPr sz="1500" spc="-85" dirty="0">
                <a:solidFill>
                  <a:srgbClr val="5A6771"/>
                </a:solidFill>
                <a:latin typeface="Lucida Sans Unicode"/>
                <a:cs typeface="Lucida Sans Unicode"/>
              </a:rPr>
              <a:t> </a:t>
            </a:r>
            <a:r>
              <a:rPr sz="1500" spc="-105" dirty="0">
                <a:solidFill>
                  <a:srgbClr val="5A6771"/>
                </a:solidFill>
                <a:latin typeface="Lucida Sans Unicode"/>
                <a:cs typeface="Lucida Sans Unicode"/>
              </a:rPr>
              <a:t>dell’utente</a:t>
            </a:r>
            <a:r>
              <a:rPr sz="1500" spc="-85" dirty="0">
                <a:solidFill>
                  <a:srgbClr val="5A6771"/>
                </a:solidFill>
                <a:latin typeface="Lucida Sans Unicode"/>
                <a:cs typeface="Lucida Sans Unicode"/>
              </a:rPr>
              <a:t> </a:t>
            </a:r>
            <a:r>
              <a:rPr sz="1500" spc="-25" dirty="0">
                <a:solidFill>
                  <a:srgbClr val="5A6771"/>
                </a:solidFill>
                <a:latin typeface="Lucida Sans Unicode"/>
                <a:cs typeface="Lucida Sans Unicode"/>
              </a:rPr>
              <a:t>in </a:t>
            </a:r>
            <a:r>
              <a:rPr sz="1500" spc="-110" dirty="0">
                <a:solidFill>
                  <a:srgbClr val="5A6771"/>
                </a:solidFill>
                <a:latin typeface="Lucida Sans Unicode"/>
                <a:cs typeface="Lucida Sans Unicode"/>
              </a:rPr>
              <a:t>ciascuna</a:t>
            </a:r>
            <a:r>
              <a:rPr sz="1500" spc="-100" dirty="0">
                <a:solidFill>
                  <a:srgbClr val="5A6771"/>
                </a:solidFill>
                <a:latin typeface="Lucida Sans Unicode"/>
                <a:cs typeface="Lucida Sans Unicode"/>
              </a:rPr>
              <a:t> </a:t>
            </a:r>
            <a:r>
              <a:rPr sz="1500" spc="-90" dirty="0">
                <a:solidFill>
                  <a:srgbClr val="5A6771"/>
                </a:solidFill>
                <a:latin typeface="Lucida Sans Unicode"/>
                <a:cs typeface="Lucida Sans Unicode"/>
              </a:rPr>
              <a:t>fase,</a:t>
            </a:r>
            <a:r>
              <a:rPr sz="1500" spc="-100" dirty="0">
                <a:solidFill>
                  <a:srgbClr val="5A6771"/>
                </a:solidFill>
                <a:latin typeface="Lucida Sans Unicode"/>
                <a:cs typeface="Lucida Sans Unicode"/>
              </a:rPr>
              <a:t> </a:t>
            </a:r>
            <a:r>
              <a:rPr sz="1500" spc="-135" dirty="0">
                <a:solidFill>
                  <a:srgbClr val="5A6771"/>
                </a:solidFill>
                <a:latin typeface="Lucida Sans Unicode"/>
                <a:cs typeface="Lucida Sans Unicode"/>
              </a:rPr>
              <a:t>dando</a:t>
            </a:r>
            <a:r>
              <a:rPr sz="1500" spc="-95" dirty="0">
                <a:solidFill>
                  <a:srgbClr val="5A6771"/>
                </a:solidFill>
                <a:latin typeface="Lucida Sans Unicode"/>
                <a:cs typeface="Lucida Sans Unicode"/>
              </a:rPr>
              <a:t> </a:t>
            </a:r>
            <a:r>
              <a:rPr sz="1500" spc="-25" dirty="0">
                <a:solidFill>
                  <a:srgbClr val="5A6771"/>
                </a:solidFill>
                <a:latin typeface="Lucida Sans Unicode"/>
                <a:cs typeface="Lucida Sans Unicode"/>
              </a:rPr>
              <a:t>una </a:t>
            </a:r>
            <a:r>
              <a:rPr sz="1500" b="1" spc="-65" dirty="0">
                <a:solidFill>
                  <a:srgbClr val="5A6771"/>
                </a:solidFill>
                <a:latin typeface="Trebuchet MS"/>
                <a:cs typeface="Trebuchet MS"/>
              </a:rPr>
              <a:t>valutazione</a:t>
            </a:r>
            <a:r>
              <a:rPr sz="1500" b="1" spc="-95" dirty="0">
                <a:solidFill>
                  <a:srgbClr val="5A6771"/>
                </a:solidFill>
                <a:latin typeface="Trebuchet MS"/>
                <a:cs typeface="Trebuchet MS"/>
              </a:rPr>
              <a:t> </a:t>
            </a:r>
            <a:r>
              <a:rPr sz="1500" b="1" spc="-65" dirty="0">
                <a:solidFill>
                  <a:srgbClr val="5A6771"/>
                </a:solidFill>
                <a:latin typeface="Trebuchet MS"/>
                <a:cs typeface="Trebuchet MS"/>
              </a:rPr>
              <a:t>di</a:t>
            </a:r>
            <a:r>
              <a:rPr sz="1500" b="1" spc="-95" dirty="0">
                <a:solidFill>
                  <a:srgbClr val="5A6771"/>
                </a:solidFill>
                <a:latin typeface="Trebuchet MS"/>
                <a:cs typeface="Trebuchet MS"/>
              </a:rPr>
              <a:t> </a:t>
            </a:r>
            <a:r>
              <a:rPr sz="1500" b="1" spc="-80" dirty="0">
                <a:solidFill>
                  <a:srgbClr val="5A6771"/>
                </a:solidFill>
                <a:latin typeface="Trebuchet MS"/>
                <a:cs typeface="Trebuchet MS"/>
              </a:rPr>
              <a:t>come</a:t>
            </a:r>
            <a:r>
              <a:rPr sz="1500" b="1" spc="-95" dirty="0">
                <a:solidFill>
                  <a:srgbClr val="5A6771"/>
                </a:solidFill>
                <a:latin typeface="Trebuchet MS"/>
                <a:cs typeface="Trebuchet MS"/>
              </a:rPr>
              <a:t> </a:t>
            </a:r>
            <a:r>
              <a:rPr sz="1500" b="1" spc="-55" dirty="0">
                <a:solidFill>
                  <a:srgbClr val="5A6771"/>
                </a:solidFill>
                <a:latin typeface="Trebuchet MS"/>
                <a:cs typeface="Trebuchet MS"/>
              </a:rPr>
              <a:t>il</a:t>
            </a:r>
            <a:r>
              <a:rPr sz="1500" b="1" spc="-95" dirty="0">
                <a:solidFill>
                  <a:srgbClr val="5A6771"/>
                </a:solidFill>
                <a:latin typeface="Trebuchet MS"/>
                <a:cs typeface="Trebuchet MS"/>
              </a:rPr>
              <a:t> </a:t>
            </a:r>
            <a:r>
              <a:rPr sz="1500" b="1" spc="-25" dirty="0">
                <a:solidFill>
                  <a:srgbClr val="5A6771"/>
                </a:solidFill>
                <a:latin typeface="Trebuchet MS"/>
                <a:cs typeface="Trebuchet MS"/>
              </a:rPr>
              <a:t>suo </a:t>
            </a:r>
            <a:r>
              <a:rPr sz="1500" b="1" spc="-35" dirty="0">
                <a:solidFill>
                  <a:srgbClr val="5A6771"/>
                </a:solidFill>
                <a:latin typeface="Trebuchet MS"/>
                <a:cs typeface="Trebuchet MS"/>
              </a:rPr>
              <a:t>stato</a:t>
            </a:r>
            <a:r>
              <a:rPr sz="1500" b="1" spc="-80" dirty="0">
                <a:solidFill>
                  <a:srgbClr val="5A6771"/>
                </a:solidFill>
                <a:latin typeface="Trebuchet MS"/>
                <a:cs typeface="Trebuchet MS"/>
              </a:rPr>
              <a:t> d’animo </a:t>
            </a:r>
            <a:r>
              <a:rPr sz="1500" spc="-105" dirty="0">
                <a:solidFill>
                  <a:srgbClr val="5A6771"/>
                </a:solidFill>
                <a:latin typeface="Lucida Sans Unicode"/>
                <a:cs typeface="Lucida Sans Unicode"/>
              </a:rPr>
              <a:t>oscilla</a:t>
            </a:r>
            <a:r>
              <a:rPr sz="1500" spc="-100" dirty="0">
                <a:solidFill>
                  <a:srgbClr val="5A6771"/>
                </a:solidFill>
                <a:latin typeface="Lucida Sans Unicode"/>
                <a:cs typeface="Lucida Sans Unicode"/>
              </a:rPr>
              <a:t> </a:t>
            </a:r>
            <a:r>
              <a:rPr sz="1500" spc="-25" dirty="0">
                <a:solidFill>
                  <a:srgbClr val="5A6771"/>
                </a:solidFill>
                <a:latin typeface="Lucida Sans Unicode"/>
                <a:cs typeface="Lucida Sans Unicode"/>
              </a:rPr>
              <a:t>tra </a:t>
            </a:r>
            <a:r>
              <a:rPr sz="1500" spc="-125" dirty="0">
                <a:solidFill>
                  <a:srgbClr val="5A6771"/>
                </a:solidFill>
                <a:latin typeface="Lucida Sans Unicode"/>
                <a:cs typeface="Lucida Sans Unicode"/>
              </a:rPr>
              <a:t>soddisfazione</a:t>
            </a:r>
            <a:r>
              <a:rPr sz="1500" spc="-95" dirty="0">
                <a:solidFill>
                  <a:srgbClr val="5A6771"/>
                </a:solidFill>
                <a:latin typeface="Lucida Sans Unicode"/>
                <a:cs typeface="Lucida Sans Unicode"/>
              </a:rPr>
              <a:t> </a:t>
            </a:r>
            <a:r>
              <a:rPr sz="1500" spc="-90" dirty="0">
                <a:solidFill>
                  <a:srgbClr val="5A6771"/>
                </a:solidFill>
                <a:latin typeface="Lucida Sans Unicode"/>
                <a:cs typeface="Lucida Sans Unicode"/>
              </a:rPr>
              <a:t>e </a:t>
            </a:r>
            <a:r>
              <a:rPr sz="1500" spc="-60" dirty="0">
                <a:solidFill>
                  <a:srgbClr val="5A6771"/>
                </a:solidFill>
                <a:latin typeface="Lucida Sans Unicode"/>
                <a:cs typeface="Lucida Sans Unicode"/>
              </a:rPr>
              <a:t>frustrazione.</a:t>
            </a:r>
            <a:endParaRPr sz="1500">
              <a:latin typeface="Lucida Sans Unicode"/>
              <a:cs typeface="Lucida Sans Unicode"/>
            </a:endParaRPr>
          </a:p>
        </p:txBody>
      </p:sp>
      <p:sp>
        <p:nvSpPr>
          <p:cNvPr id="19" name="object 19"/>
          <p:cNvSpPr txBox="1"/>
          <p:nvPr/>
        </p:nvSpPr>
        <p:spPr>
          <a:xfrm>
            <a:off x="7970099" y="5494590"/>
            <a:ext cx="2483485" cy="2166620"/>
          </a:xfrm>
          <a:prstGeom prst="rect">
            <a:avLst/>
          </a:prstGeom>
        </p:spPr>
        <p:txBody>
          <a:bodyPr vert="horz" wrap="square" lIns="0" tIns="12700" rIns="0" bIns="0" rtlCol="0">
            <a:spAutoFit/>
          </a:bodyPr>
          <a:lstStyle/>
          <a:p>
            <a:pPr marL="12700">
              <a:lnSpc>
                <a:spcPct val="100000"/>
              </a:lnSpc>
              <a:spcBef>
                <a:spcPts val="100"/>
              </a:spcBef>
            </a:pPr>
            <a:r>
              <a:rPr sz="2600" b="1" spc="-25" dirty="0">
                <a:solidFill>
                  <a:srgbClr val="0066CC"/>
                </a:solidFill>
                <a:latin typeface="Trebuchet MS"/>
                <a:cs typeface="Trebuchet MS"/>
              </a:rPr>
              <a:t>03</a:t>
            </a:r>
            <a:endParaRPr sz="2600">
              <a:latin typeface="Trebuchet MS"/>
              <a:cs typeface="Trebuchet MS"/>
            </a:endParaRPr>
          </a:p>
          <a:p>
            <a:pPr marL="19050" marR="5080">
              <a:lnSpc>
                <a:spcPct val="116700"/>
              </a:lnSpc>
              <a:spcBef>
                <a:spcPts val="1135"/>
              </a:spcBef>
            </a:pPr>
            <a:r>
              <a:rPr sz="1500" spc="-120" dirty="0">
                <a:solidFill>
                  <a:srgbClr val="5A6771"/>
                </a:solidFill>
                <a:latin typeface="Lucida Sans Unicode"/>
                <a:cs typeface="Lucida Sans Unicode"/>
              </a:rPr>
              <a:t>Costruisci</a:t>
            </a:r>
            <a:r>
              <a:rPr sz="1500" spc="-70" dirty="0">
                <a:solidFill>
                  <a:srgbClr val="5A6771"/>
                </a:solidFill>
                <a:latin typeface="Lucida Sans Unicode"/>
                <a:cs typeface="Lucida Sans Unicode"/>
              </a:rPr>
              <a:t> </a:t>
            </a:r>
            <a:r>
              <a:rPr sz="1500" spc="-114" dirty="0">
                <a:solidFill>
                  <a:srgbClr val="5A6771"/>
                </a:solidFill>
                <a:latin typeface="Lucida Sans Unicode"/>
                <a:cs typeface="Lucida Sans Unicode"/>
              </a:rPr>
              <a:t>l’intero</a:t>
            </a:r>
            <a:r>
              <a:rPr sz="1500" spc="-70" dirty="0">
                <a:solidFill>
                  <a:srgbClr val="5A6771"/>
                </a:solidFill>
                <a:latin typeface="Lucida Sans Unicode"/>
                <a:cs typeface="Lucida Sans Unicode"/>
              </a:rPr>
              <a:t> </a:t>
            </a:r>
            <a:r>
              <a:rPr sz="1500" spc="-10" dirty="0">
                <a:solidFill>
                  <a:srgbClr val="5A6771"/>
                </a:solidFill>
                <a:latin typeface="Lucida Sans Unicode"/>
                <a:cs typeface="Lucida Sans Unicode"/>
              </a:rPr>
              <a:t>percorso </a:t>
            </a:r>
            <a:r>
              <a:rPr sz="1500" spc="-114" dirty="0">
                <a:solidFill>
                  <a:srgbClr val="5A6771"/>
                </a:solidFill>
                <a:latin typeface="Lucida Sans Unicode"/>
                <a:cs typeface="Lucida Sans Unicode"/>
              </a:rPr>
              <a:t>descrivendo</a:t>
            </a:r>
            <a:r>
              <a:rPr sz="1500" spc="-100" dirty="0">
                <a:solidFill>
                  <a:srgbClr val="5A6771"/>
                </a:solidFill>
                <a:latin typeface="Lucida Sans Unicode"/>
                <a:cs typeface="Lucida Sans Unicode"/>
              </a:rPr>
              <a:t> </a:t>
            </a:r>
            <a:r>
              <a:rPr sz="1500" spc="-120" dirty="0">
                <a:solidFill>
                  <a:srgbClr val="5A6771"/>
                </a:solidFill>
                <a:latin typeface="Lucida Sans Unicode"/>
                <a:cs typeface="Lucida Sans Unicode"/>
              </a:rPr>
              <a:t>quali</a:t>
            </a:r>
            <a:r>
              <a:rPr sz="1500" spc="-100" dirty="0">
                <a:solidFill>
                  <a:srgbClr val="5A6771"/>
                </a:solidFill>
                <a:latin typeface="Lucida Sans Unicode"/>
                <a:cs typeface="Lucida Sans Unicode"/>
              </a:rPr>
              <a:t> </a:t>
            </a:r>
            <a:r>
              <a:rPr sz="1500" b="1" spc="-70" dirty="0">
                <a:solidFill>
                  <a:srgbClr val="5A6771"/>
                </a:solidFill>
                <a:latin typeface="Trebuchet MS"/>
                <a:cs typeface="Trebuchet MS"/>
              </a:rPr>
              <a:t>azioni</a:t>
            </a:r>
            <a:r>
              <a:rPr sz="1500" b="1" spc="-75" dirty="0">
                <a:solidFill>
                  <a:srgbClr val="5A6771"/>
                </a:solidFill>
                <a:latin typeface="Trebuchet MS"/>
                <a:cs typeface="Trebuchet MS"/>
              </a:rPr>
              <a:t> </a:t>
            </a:r>
            <a:r>
              <a:rPr sz="1500" b="1" spc="-50" dirty="0">
                <a:solidFill>
                  <a:srgbClr val="5A6771"/>
                </a:solidFill>
                <a:latin typeface="Trebuchet MS"/>
                <a:cs typeface="Trebuchet MS"/>
              </a:rPr>
              <a:t>o </a:t>
            </a:r>
            <a:r>
              <a:rPr sz="1500" b="1" spc="-60" dirty="0">
                <a:solidFill>
                  <a:srgbClr val="5A6771"/>
                </a:solidFill>
                <a:latin typeface="Trebuchet MS"/>
                <a:cs typeface="Trebuchet MS"/>
              </a:rPr>
              <a:t>attività</a:t>
            </a:r>
            <a:r>
              <a:rPr sz="1500" b="1" spc="-75" dirty="0">
                <a:solidFill>
                  <a:srgbClr val="5A6771"/>
                </a:solidFill>
                <a:latin typeface="Trebuchet MS"/>
                <a:cs typeface="Trebuchet MS"/>
              </a:rPr>
              <a:t> </a:t>
            </a:r>
            <a:r>
              <a:rPr sz="1500" spc="-100" dirty="0">
                <a:solidFill>
                  <a:srgbClr val="5A6771"/>
                </a:solidFill>
                <a:latin typeface="Lucida Sans Unicode"/>
                <a:cs typeface="Lucida Sans Unicode"/>
              </a:rPr>
              <a:t>l’utente</a:t>
            </a:r>
            <a:r>
              <a:rPr sz="1500" spc="-85" dirty="0">
                <a:solidFill>
                  <a:srgbClr val="5A6771"/>
                </a:solidFill>
                <a:latin typeface="Lucida Sans Unicode"/>
                <a:cs typeface="Lucida Sans Unicode"/>
              </a:rPr>
              <a:t> </a:t>
            </a:r>
            <a:r>
              <a:rPr sz="1500" spc="-135" dirty="0">
                <a:solidFill>
                  <a:srgbClr val="5A6771"/>
                </a:solidFill>
                <a:latin typeface="Lucida Sans Unicode"/>
                <a:cs typeface="Lucida Sans Unicode"/>
              </a:rPr>
              <a:t>compie</a:t>
            </a:r>
            <a:r>
              <a:rPr sz="1500" spc="-90" dirty="0">
                <a:solidFill>
                  <a:srgbClr val="5A6771"/>
                </a:solidFill>
                <a:latin typeface="Lucida Sans Unicode"/>
                <a:cs typeface="Lucida Sans Unicode"/>
              </a:rPr>
              <a:t> </a:t>
            </a:r>
            <a:r>
              <a:rPr sz="1500" spc="-25" dirty="0">
                <a:solidFill>
                  <a:srgbClr val="5A6771"/>
                </a:solidFill>
                <a:latin typeface="Lucida Sans Unicode"/>
                <a:cs typeface="Lucida Sans Unicode"/>
              </a:rPr>
              <a:t>in </a:t>
            </a:r>
            <a:r>
              <a:rPr sz="1500" spc="-110" dirty="0">
                <a:solidFill>
                  <a:srgbClr val="5A6771"/>
                </a:solidFill>
                <a:latin typeface="Lucida Sans Unicode"/>
                <a:cs typeface="Lucida Sans Unicode"/>
              </a:rPr>
              <a:t>ciascuna</a:t>
            </a:r>
            <a:r>
              <a:rPr sz="1500" spc="-105" dirty="0">
                <a:solidFill>
                  <a:srgbClr val="5A6771"/>
                </a:solidFill>
                <a:latin typeface="Lucida Sans Unicode"/>
                <a:cs typeface="Lucida Sans Unicode"/>
              </a:rPr>
              <a:t> </a:t>
            </a:r>
            <a:r>
              <a:rPr sz="1500" spc="-80" dirty="0">
                <a:solidFill>
                  <a:srgbClr val="5A6771"/>
                </a:solidFill>
                <a:latin typeface="Lucida Sans Unicode"/>
                <a:cs typeface="Lucida Sans Unicode"/>
              </a:rPr>
              <a:t>fase</a:t>
            </a:r>
            <a:r>
              <a:rPr sz="1500" spc="-100" dirty="0">
                <a:solidFill>
                  <a:srgbClr val="5A6771"/>
                </a:solidFill>
                <a:latin typeface="Lucida Sans Unicode"/>
                <a:cs typeface="Lucida Sans Unicode"/>
              </a:rPr>
              <a:t> </a:t>
            </a:r>
            <a:r>
              <a:rPr sz="1500" spc="-90" dirty="0">
                <a:solidFill>
                  <a:srgbClr val="5A6771"/>
                </a:solidFill>
                <a:latin typeface="Lucida Sans Unicode"/>
                <a:cs typeface="Lucida Sans Unicode"/>
              </a:rPr>
              <a:t>e</a:t>
            </a:r>
            <a:r>
              <a:rPr sz="1500" spc="-105" dirty="0">
                <a:solidFill>
                  <a:srgbClr val="5A6771"/>
                </a:solidFill>
                <a:latin typeface="Lucida Sans Unicode"/>
                <a:cs typeface="Lucida Sans Unicode"/>
              </a:rPr>
              <a:t> </a:t>
            </a:r>
            <a:r>
              <a:rPr sz="1500" spc="-135" dirty="0">
                <a:solidFill>
                  <a:srgbClr val="5A6771"/>
                </a:solidFill>
                <a:latin typeface="Lucida Sans Unicode"/>
                <a:cs typeface="Lucida Sans Unicode"/>
              </a:rPr>
              <a:t>indicando</a:t>
            </a:r>
            <a:r>
              <a:rPr sz="1500" spc="-100" dirty="0">
                <a:solidFill>
                  <a:srgbClr val="5A6771"/>
                </a:solidFill>
                <a:latin typeface="Lucida Sans Unicode"/>
                <a:cs typeface="Lucida Sans Unicode"/>
              </a:rPr>
              <a:t> </a:t>
            </a:r>
            <a:r>
              <a:rPr sz="1500" spc="-25" dirty="0">
                <a:solidFill>
                  <a:srgbClr val="5A6771"/>
                </a:solidFill>
                <a:latin typeface="Lucida Sans Unicode"/>
                <a:cs typeface="Lucida Sans Unicode"/>
              </a:rPr>
              <a:t>le </a:t>
            </a:r>
            <a:r>
              <a:rPr sz="1500" b="1" spc="-55" dirty="0">
                <a:solidFill>
                  <a:srgbClr val="5A6771"/>
                </a:solidFill>
                <a:latin typeface="Trebuchet MS"/>
                <a:cs typeface="Trebuchet MS"/>
              </a:rPr>
              <a:t>necessità</a:t>
            </a:r>
            <a:r>
              <a:rPr sz="1500" b="1" spc="-80" dirty="0">
                <a:solidFill>
                  <a:srgbClr val="5A6771"/>
                </a:solidFill>
                <a:latin typeface="Trebuchet MS"/>
                <a:cs typeface="Trebuchet MS"/>
              </a:rPr>
              <a:t> </a:t>
            </a:r>
            <a:r>
              <a:rPr sz="1500" b="1" spc="-65" dirty="0">
                <a:solidFill>
                  <a:srgbClr val="5A6771"/>
                </a:solidFill>
                <a:latin typeface="Trebuchet MS"/>
                <a:cs typeface="Trebuchet MS"/>
              </a:rPr>
              <a:t>o</a:t>
            </a:r>
            <a:r>
              <a:rPr sz="1500" b="1" spc="-75" dirty="0">
                <a:solidFill>
                  <a:srgbClr val="5A6771"/>
                </a:solidFill>
                <a:latin typeface="Trebuchet MS"/>
                <a:cs typeface="Trebuchet MS"/>
              </a:rPr>
              <a:t> criticità </a:t>
            </a:r>
            <a:r>
              <a:rPr sz="1500" spc="-105" dirty="0">
                <a:solidFill>
                  <a:srgbClr val="5A6771"/>
                </a:solidFill>
                <a:latin typeface="Lucida Sans Unicode"/>
                <a:cs typeface="Lucida Sans Unicode"/>
              </a:rPr>
              <a:t>emergenti </a:t>
            </a:r>
            <a:r>
              <a:rPr sz="1500" spc="-125" dirty="0">
                <a:solidFill>
                  <a:srgbClr val="5A6771"/>
                </a:solidFill>
                <a:latin typeface="Lucida Sans Unicode"/>
                <a:cs typeface="Lucida Sans Unicode"/>
              </a:rPr>
              <a:t>in</a:t>
            </a:r>
            <a:r>
              <a:rPr sz="1500" spc="-114" dirty="0">
                <a:solidFill>
                  <a:srgbClr val="5A6771"/>
                </a:solidFill>
                <a:latin typeface="Lucida Sans Unicode"/>
                <a:cs typeface="Lucida Sans Unicode"/>
              </a:rPr>
              <a:t> ciascun</a:t>
            </a:r>
            <a:r>
              <a:rPr sz="1500" spc="-110" dirty="0">
                <a:solidFill>
                  <a:srgbClr val="5A6771"/>
                </a:solidFill>
                <a:latin typeface="Lucida Sans Unicode"/>
                <a:cs typeface="Lucida Sans Unicode"/>
              </a:rPr>
              <a:t> </a:t>
            </a:r>
            <a:r>
              <a:rPr sz="1500" spc="-10" dirty="0">
                <a:solidFill>
                  <a:srgbClr val="5A6771"/>
                </a:solidFill>
                <a:latin typeface="Lucida Sans Unicode"/>
                <a:cs typeface="Lucida Sans Unicode"/>
              </a:rPr>
              <a:t>momento.</a:t>
            </a:r>
            <a:endParaRPr sz="1500">
              <a:latin typeface="Lucida Sans Unicode"/>
              <a:cs typeface="Lucida Sans Unicod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7494" y="2296667"/>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RICERCA  INFORMAZIONI</a:t>
            </a:r>
            <a:endParaRPr sz="1500" dirty="0">
              <a:latin typeface="Arial Black"/>
              <a:cs typeface="Arial Black"/>
            </a:endParaRPr>
          </a:p>
        </p:txBody>
      </p:sp>
      <p:grpSp>
        <p:nvGrpSpPr>
          <p:cNvPr id="6" name="object 6"/>
          <p:cNvGrpSpPr/>
          <p:nvPr/>
        </p:nvGrpSpPr>
        <p:grpSpPr>
          <a:xfrm>
            <a:off x="447085" y="2815336"/>
            <a:ext cx="14196060" cy="2744272"/>
            <a:chOff x="447085" y="2815336"/>
            <a:chExt cx="14196060" cy="5374005"/>
          </a:xfrm>
        </p:grpSpPr>
        <p:sp>
          <p:nvSpPr>
            <p:cNvPr id="7" name="object 7"/>
            <p:cNvSpPr/>
            <p:nvPr/>
          </p:nvSpPr>
          <p:spPr>
            <a:xfrm>
              <a:off x="567728" y="2815336"/>
              <a:ext cx="13933169" cy="5374005"/>
            </a:xfrm>
            <a:custGeom>
              <a:avLst/>
              <a:gdLst/>
              <a:ahLst/>
              <a:cxnLst/>
              <a:rect l="l" t="t" r="r" b="b"/>
              <a:pathLst>
                <a:path w="13933169" h="5374005">
                  <a:moveTo>
                    <a:pt x="13933169" y="0"/>
                  </a:moveTo>
                  <a:lnTo>
                    <a:pt x="0" y="0"/>
                  </a:lnTo>
                  <a:lnTo>
                    <a:pt x="0" y="5373814"/>
                  </a:lnTo>
                  <a:lnTo>
                    <a:pt x="13933169" y="5373814"/>
                  </a:lnTo>
                  <a:lnTo>
                    <a:pt x="13933169" y="0"/>
                  </a:lnTo>
                  <a:close/>
                </a:path>
              </a:pathLst>
            </a:custGeom>
            <a:solidFill>
              <a:srgbClr val="F5F5EF"/>
            </a:solidFill>
          </p:spPr>
          <p:txBody>
            <a:bodyPr wrap="square" lIns="0" tIns="0" rIns="0" bIns="0" rtlCol="0"/>
            <a:lstStyle/>
            <a:p>
              <a:endParaRPr dirty="0"/>
            </a:p>
          </p:txBody>
        </p:sp>
        <p:sp>
          <p:nvSpPr>
            <p:cNvPr id="8" name="object 8"/>
            <p:cNvSpPr/>
            <p:nvPr/>
          </p:nvSpPr>
          <p:spPr>
            <a:xfrm>
              <a:off x="447085" y="5502243"/>
              <a:ext cx="14196060" cy="0"/>
            </a:xfrm>
            <a:custGeom>
              <a:avLst/>
              <a:gdLst/>
              <a:ahLst/>
              <a:cxnLst/>
              <a:rect l="l" t="t" r="r" b="b"/>
              <a:pathLst>
                <a:path w="14196060">
                  <a:moveTo>
                    <a:pt x="0" y="0"/>
                  </a:moveTo>
                  <a:lnTo>
                    <a:pt x="14196009" y="0"/>
                  </a:lnTo>
                </a:path>
              </a:pathLst>
            </a:custGeom>
            <a:ln w="25400">
              <a:solidFill>
                <a:srgbClr val="FFFFFF"/>
              </a:solidFill>
            </a:ln>
          </p:spPr>
          <p:txBody>
            <a:bodyPr wrap="square" lIns="0" tIns="0" rIns="0" bIns="0" rtlCol="0"/>
            <a:lstStyle/>
            <a:p>
              <a:endParaRPr/>
            </a:p>
          </p:txBody>
        </p:sp>
      </p:grpSp>
      <p:pic>
        <p:nvPicPr>
          <p:cNvPr id="9" name="object 9"/>
          <p:cNvPicPr/>
          <p:nvPr/>
        </p:nvPicPr>
        <p:blipFill>
          <a:blip r:embed="rId2" cstate="print"/>
          <a:stretch>
            <a:fillRect/>
          </a:stretch>
        </p:blipFill>
        <p:spPr>
          <a:xfrm>
            <a:off x="598284" y="8361771"/>
            <a:ext cx="218909" cy="218922"/>
          </a:xfrm>
          <a:prstGeom prst="rect">
            <a:avLst/>
          </a:prstGeom>
        </p:spPr>
      </p:pic>
      <p:pic>
        <p:nvPicPr>
          <p:cNvPr id="10" name="object 10"/>
          <p:cNvPicPr/>
          <p:nvPr/>
        </p:nvPicPr>
        <p:blipFill>
          <a:blip r:embed="rId3" cstate="print"/>
          <a:stretch>
            <a:fillRect/>
          </a:stretch>
        </p:blipFill>
        <p:spPr>
          <a:xfrm>
            <a:off x="598284" y="9432710"/>
            <a:ext cx="218909" cy="218922"/>
          </a:xfrm>
          <a:prstGeom prst="rect">
            <a:avLst/>
          </a:prstGeom>
        </p:spPr>
      </p:pic>
      <p:pic>
        <p:nvPicPr>
          <p:cNvPr id="11" name="object 11"/>
          <p:cNvPicPr/>
          <p:nvPr/>
        </p:nvPicPr>
        <p:blipFill>
          <a:blip r:embed="rId4" cstate="print"/>
          <a:stretch>
            <a:fillRect/>
          </a:stretch>
        </p:blipFill>
        <p:spPr>
          <a:xfrm>
            <a:off x="598284" y="8897240"/>
            <a:ext cx="218909" cy="218922"/>
          </a:xfrm>
          <a:prstGeom prst="rect">
            <a:avLst/>
          </a:prstGeom>
        </p:spPr>
      </p:pic>
      <p:sp>
        <p:nvSpPr>
          <p:cNvPr id="41" name="object 41"/>
          <p:cNvSpPr txBox="1">
            <a:spLocks noGrp="1"/>
          </p:cNvSpPr>
          <p:nvPr>
            <p:ph type="title"/>
          </p:nvPr>
        </p:nvSpPr>
        <p:spPr>
          <a:xfrm>
            <a:off x="2063824" y="661213"/>
            <a:ext cx="3678545" cy="1292225"/>
          </a:xfrm>
          <a:prstGeom prst="rect">
            <a:avLst/>
          </a:prstGeom>
        </p:spPr>
        <p:txBody>
          <a:bodyPr vert="horz" wrap="square" lIns="0" tIns="55880" rIns="0" bIns="0" rtlCol="0">
            <a:spAutoFit/>
          </a:bodyPr>
          <a:lstStyle/>
          <a:p>
            <a:pPr marL="12700">
              <a:lnSpc>
                <a:spcPct val="100000"/>
              </a:lnSpc>
              <a:spcBef>
                <a:spcPts val="440"/>
              </a:spcBef>
            </a:pPr>
            <a:r>
              <a:rPr lang="it-IT" sz="5500" b="0" spc="-735" dirty="0">
                <a:latin typeface="Arial Black"/>
                <a:cs typeface="Arial Black"/>
              </a:rPr>
              <a:t>Massimo</a:t>
            </a:r>
            <a:endParaRPr sz="5500" dirty="0">
              <a:latin typeface="Arial Black"/>
              <a:cs typeface="Arial Black"/>
            </a:endParaRPr>
          </a:p>
          <a:p>
            <a:pPr marL="37465">
              <a:lnSpc>
                <a:spcPct val="100000"/>
              </a:lnSpc>
              <a:spcBef>
                <a:spcPts val="150"/>
              </a:spcBef>
            </a:pPr>
            <a:r>
              <a:rPr lang="it-IT" sz="2400" b="0" spc="-310" dirty="0">
                <a:latin typeface="Arial Black"/>
                <a:cs typeface="Arial Black"/>
              </a:rPr>
              <a:t>Il fan accanito</a:t>
            </a:r>
            <a:endParaRPr sz="2400" dirty="0">
              <a:latin typeface="Arial Black"/>
              <a:cs typeface="Arial Black"/>
            </a:endParaRPr>
          </a:p>
        </p:txBody>
      </p:sp>
      <p:sp>
        <p:nvSpPr>
          <p:cNvPr id="43" name="object 43"/>
          <p:cNvSpPr txBox="1"/>
          <p:nvPr/>
        </p:nvSpPr>
        <p:spPr>
          <a:xfrm rot="2700000">
            <a:off x="14099138" y="419542"/>
            <a:ext cx="956855" cy="215900"/>
          </a:xfrm>
          <a:prstGeom prst="rect">
            <a:avLst/>
          </a:prstGeom>
        </p:spPr>
        <p:txBody>
          <a:bodyPr vert="horz" wrap="square" lIns="0" tIns="0" rIns="0" bIns="0" rtlCol="0">
            <a:spAutoFit/>
          </a:bodyPr>
          <a:lstStyle/>
          <a:p>
            <a:pPr>
              <a:lnSpc>
                <a:spcPts val="1600"/>
              </a:lnSpc>
            </a:pPr>
            <a:r>
              <a:rPr sz="1700" b="1" spc="60" dirty="0">
                <a:solidFill>
                  <a:srgbClr val="FFFFFF"/>
                </a:solidFill>
                <a:latin typeface="Trebuchet MS"/>
                <a:cs typeface="Trebuchet MS"/>
              </a:rPr>
              <a:t>ESEMPIO</a:t>
            </a:r>
            <a:endParaRPr sz="1700">
              <a:latin typeface="Trebuchet MS"/>
              <a:cs typeface="Trebuchet MS"/>
            </a:endParaRPr>
          </a:p>
        </p:txBody>
      </p:sp>
      <p:sp>
        <p:nvSpPr>
          <p:cNvPr id="44" name="object 44"/>
          <p:cNvSpPr/>
          <p:nvPr/>
        </p:nvSpPr>
        <p:spPr>
          <a:xfrm>
            <a:off x="750968" y="9917215"/>
            <a:ext cx="142240" cy="358140"/>
          </a:xfrm>
          <a:custGeom>
            <a:avLst/>
            <a:gdLst/>
            <a:ahLst/>
            <a:cxnLst/>
            <a:rect l="l" t="t" r="r" b="b"/>
            <a:pathLst>
              <a:path w="142240" h="358140">
                <a:moveTo>
                  <a:pt x="73672" y="0"/>
                </a:moveTo>
                <a:lnTo>
                  <a:pt x="0" y="0"/>
                </a:lnTo>
                <a:lnTo>
                  <a:pt x="0" y="253453"/>
                </a:lnTo>
                <a:lnTo>
                  <a:pt x="4045" y="303168"/>
                </a:lnTo>
                <a:lnTo>
                  <a:pt x="17935" y="335360"/>
                </a:lnTo>
                <a:lnTo>
                  <a:pt x="44298" y="352710"/>
                </a:lnTo>
                <a:lnTo>
                  <a:pt x="85763" y="357898"/>
                </a:lnTo>
                <a:lnTo>
                  <a:pt x="97461" y="357769"/>
                </a:lnTo>
                <a:lnTo>
                  <a:pt x="107202" y="356868"/>
                </a:lnTo>
                <a:lnTo>
                  <a:pt x="120240" y="354421"/>
                </a:lnTo>
                <a:lnTo>
                  <a:pt x="141833" y="349656"/>
                </a:lnTo>
                <a:lnTo>
                  <a:pt x="138544" y="290817"/>
                </a:lnTo>
                <a:lnTo>
                  <a:pt x="96761" y="291922"/>
                </a:lnTo>
                <a:lnTo>
                  <a:pt x="83413" y="289518"/>
                </a:lnTo>
                <a:lnTo>
                  <a:pt x="76558" y="282167"/>
                </a:lnTo>
                <a:lnTo>
                  <a:pt x="74033" y="269660"/>
                </a:lnTo>
                <a:lnTo>
                  <a:pt x="73672" y="251790"/>
                </a:lnTo>
                <a:lnTo>
                  <a:pt x="73672" y="139090"/>
                </a:lnTo>
                <a:lnTo>
                  <a:pt x="141287" y="139090"/>
                </a:lnTo>
                <a:lnTo>
                  <a:pt x="141287" y="76415"/>
                </a:lnTo>
                <a:lnTo>
                  <a:pt x="73672" y="76415"/>
                </a:lnTo>
                <a:lnTo>
                  <a:pt x="73672" y="0"/>
                </a:lnTo>
                <a:close/>
              </a:path>
            </a:pathLst>
          </a:custGeom>
          <a:solidFill>
            <a:srgbClr val="0066CC"/>
          </a:solidFill>
        </p:spPr>
        <p:txBody>
          <a:bodyPr wrap="square" lIns="0" tIns="0" rIns="0" bIns="0" rtlCol="0"/>
          <a:lstStyle/>
          <a:p>
            <a:endParaRPr/>
          </a:p>
        </p:txBody>
      </p:sp>
      <p:sp>
        <p:nvSpPr>
          <p:cNvPr id="45" name="object 45"/>
          <p:cNvSpPr/>
          <p:nvPr/>
        </p:nvSpPr>
        <p:spPr>
          <a:xfrm>
            <a:off x="599617" y="9993884"/>
            <a:ext cx="71120" cy="274955"/>
          </a:xfrm>
          <a:custGeom>
            <a:avLst/>
            <a:gdLst/>
            <a:ahLst/>
            <a:cxnLst/>
            <a:rect l="l" t="t" r="r" b="b"/>
            <a:pathLst>
              <a:path w="71120" h="274954">
                <a:moveTo>
                  <a:pt x="70916" y="0"/>
                </a:moveTo>
                <a:lnTo>
                  <a:pt x="0" y="0"/>
                </a:lnTo>
                <a:lnTo>
                  <a:pt x="0" y="274574"/>
                </a:lnTo>
                <a:lnTo>
                  <a:pt x="70916" y="274574"/>
                </a:lnTo>
                <a:lnTo>
                  <a:pt x="70916" y="0"/>
                </a:lnTo>
                <a:close/>
              </a:path>
            </a:pathLst>
          </a:custGeom>
          <a:solidFill>
            <a:srgbClr val="0066CC"/>
          </a:solidFill>
        </p:spPr>
        <p:txBody>
          <a:bodyPr wrap="square" lIns="0" tIns="0" rIns="0" bIns="0" rtlCol="0"/>
          <a:lstStyle/>
          <a:p>
            <a:endParaRPr/>
          </a:p>
        </p:txBody>
      </p:sp>
      <p:pic>
        <p:nvPicPr>
          <p:cNvPr id="46" name="object 46"/>
          <p:cNvPicPr/>
          <p:nvPr/>
        </p:nvPicPr>
        <p:blipFill>
          <a:blip r:embed="rId5" cstate="print"/>
          <a:stretch>
            <a:fillRect/>
          </a:stretch>
        </p:blipFill>
        <p:spPr>
          <a:xfrm>
            <a:off x="441189" y="9985137"/>
            <a:ext cx="89992" cy="89992"/>
          </a:xfrm>
          <a:prstGeom prst="rect">
            <a:avLst/>
          </a:prstGeom>
        </p:spPr>
      </p:pic>
      <p:grpSp>
        <p:nvGrpSpPr>
          <p:cNvPr id="47" name="object 47"/>
          <p:cNvGrpSpPr/>
          <p:nvPr/>
        </p:nvGrpSpPr>
        <p:grpSpPr>
          <a:xfrm>
            <a:off x="996483" y="9979110"/>
            <a:ext cx="932180" cy="259715"/>
            <a:chOff x="996483" y="9979110"/>
            <a:chExt cx="932180" cy="259715"/>
          </a:xfrm>
        </p:grpSpPr>
        <p:pic>
          <p:nvPicPr>
            <p:cNvPr id="48" name="object 48"/>
            <p:cNvPicPr/>
            <p:nvPr/>
          </p:nvPicPr>
          <p:blipFill>
            <a:blip r:embed="rId6" cstate="print"/>
            <a:stretch>
              <a:fillRect/>
            </a:stretch>
          </p:blipFill>
          <p:spPr>
            <a:xfrm>
              <a:off x="1632153" y="9979114"/>
              <a:ext cx="296191" cy="100756"/>
            </a:xfrm>
            <a:prstGeom prst="rect">
              <a:avLst/>
            </a:prstGeom>
          </p:spPr>
        </p:pic>
        <p:pic>
          <p:nvPicPr>
            <p:cNvPr id="49" name="object 49"/>
            <p:cNvPicPr/>
            <p:nvPr/>
          </p:nvPicPr>
          <p:blipFill>
            <a:blip r:embed="rId7" cstate="print"/>
            <a:stretch>
              <a:fillRect/>
            </a:stretch>
          </p:blipFill>
          <p:spPr>
            <a:xfrm>
              <a:off x="996483" y="9979110"/>
              <a:ext cx="852966" cy="259433"/>
            </a:xfrm>
            <a:prstGeom prst="rect">
              <a:avLst/>
            </a:prstGeom>
          </p:spPr>
        </p:pic>
      </p:grpSp>
      <p:sp>
        <p:nvSpPr>
          <p:cNvPr id="52" name="object 52"/>
          <p:cNvSpPr txBox="1"/>
          <p:nvPr/>
        </p:nvSpPr>
        <p:spPr>
          <a:xfrm>
            <a:off x="576000" y="2818213"/>
            <a:ext cx="4044992" cy="1063753"/>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Cerca le informazioni riguardanti i migliori giocatori della sua squadra per il fantacalcio</a:t>
            </a:r>
            <a:endParaRPr sz="1600" dirty="0">
              <a:latin typeface="Lucida Sans Unicode"/>
              <a:cs typeface="Lucida Sans Unicode"/>
            </a:endParaRPr>
          </a:p>
        </p:txBody>
      </p:sp>
      <p:sp>
        <p:nvSpPr>
          <p:cNvPr id="59" name="object 59"/>
          <p:cNvSpPr txBox="1"/>
          <p:nvPr/>
        </p:nvSpPr>
        <p:spPr>
          <a:xfrm>
            <a:off x="4461607" y="6048073"/>
            <a:ext cx="159385" cy="375920"/>
          </a:xfrm>
          <a:prstGeom prst="rect">
            <a:avLst/>
          </a:prstGeom>
        </p:spPr>
        <p:txBody>
          <a:bodyPr vert="horz" wrap="square" lIns="0" tIns="12700" rIns="0" bIns="0" rtlCol="0">
            <a:spAutoFit/>
          </a:bodyPr>
          <a:lstStyle/>
          <a:p>
            <a:pPr marL="12700">
              <a:lnSpc>
                <a:spcPct val="100000"/>
              </a:lnSpc>
              <a:spcBef>
                <a:spcPts val="100"/>
              </a:spcBef>
            </a:pPr>
            <a:r>
              <a:rPr sz="2300" spc="-330" dirty="0">
                <a:solidFill>
                  <a:srgbClr val="00C5C9"/>
                </a:solidFill>
                <a:latin typeface="Lucida Sans Unicode"/>
                <a:cs typeface="Lucida Sans Unicode"/>
              </a:rPr>
              <a:t>-</a:t>
            </a:r>
            <a:endParaRPr sz="2300">
              <a:latin typeface="Lucida Sans Unicode"/>
              <a:cs typeface="Lucida Sans Unicode"/>
            </a:endParaRPr>
          </a:p>
        </p:txBody>
      </p:sp>
      <p:grpSp>
        <p:nvGrpSpPr>
          <p:cNvPr id="77" name="object 148">
            <a:extLst>
              <a:ext uri="{FF2B5EF4-FFF2-40B4-BE49-F238E27FC236}">
                <a16:creationId xmlns:a16="http://schemas.microsoft.com/office/drawing/2014/main" id="{FEF8C34E-752D-BEC3-FAA8-930BDEA15B4D}"/>
              </a:ext>
            </a:extLst>
          </p:cNvPr>
          <p:cNvGrpSpPr/>
          <p:nvPr/>
        </p:nvGrpSpPr>
        <p:grpSpPr>
          <a:xfrm>
            <a:off x="592908" y="679435"/>
            <a:ext cx="1163320" cy="1243330"/>
            <a:chOff x="5677199" y="3741006"/>
            <a:chExt cx="1163320" cy="1243330"/>
          </a:xfrm>
        </p:grpSpPr>
        <p:sp>
          <p:nvSpPr>
            <p:cNvPr id="78" name="object 149">
              <a:extLst>
                <a:ext uri="{FF2B5EF4-FFF2-40B4-BE49-F238E27FC236}">
                  <a16:creationId xmlns:a16="http://schemas.microsoft.com/office/drawing/2014/main" id="{D4428254-7B35-F312-6A82-4A400AC3AC7F}"/>
                </a:ext>
              </a:extLst>
            </p:cNvPr>
            <p:cNvSpPr/>
            <p:nvPr/>
          </p:nvSpPr>
          <p:spPr>
            <a:xfrm>
              <a:off x="5677199" y="3741006"/>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79" name="object 150">
              <a:extLst>
                <a:ext uri="{FF2B5EF4-FFF2-40B4-BE49-F238E27FC236}">
                  <a16:creationId xmlns:a16="http://schemas.microsoft.com/office/drawing/2014/main" id="{833F9DC6-A8C7-C299-20B1-AC3E97190953}"/>
                </a:ext>
              </a:extLst>
            </p:cNvPr>
            <p:cNvSpPr/>
            <p:nvPr/>
          </p:nvSpPr>
          <p:spPr>
            <a:xfrm>
              <a:off x="5915438" y="3853402"/>
              <a:ext cx="676910" cy="1113155"/>
            </a:xfrm>
            <a:custGeom>
              <a:avLst/>
              <a:gdLst/>
              <a:ahLst/>
              <a:cxnLst/>
              <a:rect l="l" t="t" r="r" b="b"/>
              <a:pathLst>
                <a:path w="676909" h="1113154">
                  <a:moveTo>
                    <a:pt x="406958" y="0"/>
                  </a:moveTo>
                  <a:lnTo>
                    <a:pt x="362880" y="4448"/>
                  </a:lnTo>
                  <a:lnTo>
                    <a:pt x="321035" y="17341"/>
                  </a:lnTo>
                  <a:lnTo>
                    <a:pt x="282615" y="38001"/>
                  </a:lnTo>
                  <a:lnTo>
                    <a:pt x="248811" y="65750"/>
                  </a:lnTo>
                  <a:lnTo>
                    <a:pt x="220814" y="99910"/>
                  </a:lnTo>
                  <a:lnTo>
                    <a:pt x="210950" y="97206"/>
                  </a:lnTo>
                  <a:lnTo>
                    <a:pt x="200901" y="95269"/>
                  </a:lnTo>
                  <a:lnTo>
                    <a:pt x="190689" y="94103"/>
                  </a:lnTo>
                  <a:lnTo>
                    <a:pt x="180339" y="93713"/>
                  </a:lnTo>
                  <a:lnTo>
                    <a:pt x="137944" y="100568"/>
                  </a:lnTo>
                  <a:lnTo>
                    <a:pt x="101093" y="119649"/>
                  </a:lnTo>
                  <a:lnTo>
                    <a:pt x="72012" y="148728"/>
                  </a:lnTo>
                  <a:lnTo>
                    <a:pt x="52931" y="185575"/>
                  </a:lnTo>
                  <a:lnTo>
                    <a:pt x="46075" y="227964"/>
                  </a:lnTo>
                  <a:lnTo>
                    <a:pt x="46075" y="398525"/>
                  </a:lnTo>
                  <a:lnTo>
                    <a:pt x="46697" y="400507"/>
                  </a:lnTo>
                  <a:lnTo>
                    <a:pt x="30869" y="412064"/>
                  </a:lnTo>
                  <a:lnTo>
                    <a:pt x="18594" y="427315"/>
                  </a:lnTo>
                  <a:lnTo>
                    <a:pt x="10655" y="445478"/>
                  </a:lnTo>
                  <a:lnTo>
                    <a:pt x="7835" y="465772"/>
                  </a:lnTo>
                  <a:lnTo>
                    <a:pt x="13680" y="494641"/>
                  </a:lnTo>
                  <a:lnTo>
                    <a:pt x="29608" y="518244"/>
                  </a:lnTo>
                  <a:lnTo>
                    <a:pt x="53211" y="534172"/>
                  </a:lnTo>
                  <a:lnTo>
                    <a:pt x="82080" y="540016"/>
                  </a:lnTo>
                  <a:lnTo>
                    <a:pt x="83845" y="540016"/>
                  </a:lnTo>
                  <a:lnTo>
                    <a:pt x="83845" y="607085"/>
                  </a:lnTo>
                  <a:lnTo>
                    <a:pt x="90736" y="656248"/>
                  </a:lnTo>
                  <a:lnTo>
                    <a:pt x="110125" y="700169"/>
                  </a:lnTo>
                  <a:lnTo>
                    <a:pt x="140080" y="736930"/>
                  </a:lnTo>
                  <a:lnTo>
                    <a:pt x="178674" y="764614"/>
                  </a:lnTo>
                  <a:lnTo>
                    <a:pt x="223977" y="781303"/>
                  </a:lnTo>
                  <a:lnTo>
                    <a:pt x="181302" y="800092"/>
                  </a:lnTo>
                  <a:lnTo>
                    <a:pt x="142126" y="824266"/>
                  </a:lnTo>
                  <a:lnTo>
                    <a:pt x="106856" y="853291"/>
                  </a:lnTo>
                  <a:lnTo>
                    <a:pt x="75898" y="886633"/>
                  </a:lnTo>
                  <a:lnTo>
                    <a:pt x="49658" y="923757"/>
                  </a:lnTo>
                  <a:lnTo>
                    <a:pt x="28542" y="964129"/>
                  </a:lnTo>
                  <a:lnTo>
                    <a:pt x="12956" y="1007214"/>
                  </a:lnTo>
                  <a:lnTo>
                    <a:pt x="3306" y="1052479"/>
                  </a:lnTo>
                  <a:lnTo>
                    <a:pt x="0" y="1099388"/>
                  </a:lnTo>
                  <a:lnTo>
                    <a:pt x="0" y="1106931"/>
                  </a:lnTo>
                  <a:lnTo>
                    <a:pt x="6108" y="1113040"/>
                  </a:lnTo>
                  <a:lnTo>
                    <a:pt x="670242" y="1113040"/>
                  </a:lnTo>
                  <a:lnTo>
                    <a:pt x="676351" y="1106931"/>
                  </a:lnTo>
                  <a:lnTo>
                    <a:pt x="676351" y="1099388"/>
                  </a:lnTo>
                  <a:lnTo>
                    <a:pt x="673044" y="1052479"/>
                  </a:lnTo>
                  <a:lnTo>
                    <a:pt x="663393" y="1007214"/>
                  </a:lnTo>
                  <a:lnTo>
                    <a:pt x="647805" y="964129"/>
                  </a:lnTo>
                  <a:lnTo>
                    <a:pt x="626687" y="923757"/>
                  </a:lnTo>
                  <a:lnTo>
                    <a:pt x="600445" y="886633"/>
                  </a:lnTo>
                  <a:lnTo>
                    <a:pt x="569484" y="853291"/>
                  </a:lnTo>
                  <a:lnTo>
                    <a:pt x="534213" y="824266"/>
                  </a:lnTo>
                  <a:lnTo>
                    <a:pt x="495036" y="800092"/>
                  </a:lnTo>
                  <a:lnTo>
                    <a:pt x="452361" y="781303"/>
                  </a:lnTo>
                  <a:lnTo>
                    <a:pt x="497669" y="764614"/>
                  </a:lnTo>
                  <a:lnTo>
                    <a:pt x="536267" y="736930"/>
                  </a:lnTo>
                  <a:lnTo>
                    <a:pt x="566225" y="700169"/>
                  </a:lnTo>
                  <a:lnTo>
                    <a:pt x="585614" y="656248"/>
                  </a:lnTo>
                  <a:lnTo>
                    <a:pt x="592505" y="607085"/>
                  </a:lnTo>
                  <a:lnTo>
                    <a:pt x="592505" y="541439"/>
                  </a:lnTo>
                  <a:lnTo>
                    <a:pt x="598601" y="541439"/>
                  </a:lnTo>
                  <a:lnTo>
                    <a:pt x="627468" y="535594"/>
                  </a:lnTo>
                  <a:lnTo>
                    <a:pt x="651067" y="519664"/>
                  </a:lnTo>
                  <a:lnTo>
                    <a:pt x="666990" y="496058"/>
                  </a:lnTo>
                  <a:lnTo>
                    <a:pt x="672833" y="467182"/>
                  </a:lnTo>
                  <a:lnTo>
                    <a:pt x="670098" y="447211"/>
                  </a:lnTo>
                  <a:lnTo>
                    <a:pt x="662393" y="429299"/>
                  </a:lnTo>
                  <a:lnTo>
                    <a:pt x="650469" y="414180"/>
                  </a:lnTo>
                  <a:lnTo>
                    <a:pt x="635076" y="402589"/>
                  </a:lnTo>
                  <a:lnTo>
                    <a:pt x="635076" y="258978"/>
                  </a:lnTo>
                  <a:lnTo>
                    <a:pt x="661697" y="212831"/>
                  </a:lnTo>
                  <a:lnTo>
                    <a:pt x="668693" y="191681"/>
                  </a:lnTo>
                  <a:lnTo>
                    <a:pt x="667867" y="187248"/>
                  </a:lnTo>
                  <a:lnTo>
                    <a:pt x="662711" y="180403"/>
                  </a:lnTo>
                  <a:lnTo>
                    <a:pt x="658672" y="178396"/>
                  </a:lnTo>
                  <a:lnTo>
                    <a:pt x="625741" y="178409"/>
                  </a:lnTo>
                  <a:lnTo>
                    <a:pt x="609584" y="129603"/>
                  </a:lnTo>
                  <a:lnTo>
                    <a:pt x="583182" y="86598"/>
                  </a:lnTo>
                  <a:lnTo>
                    <a:pt x="548125" y="50766"/>
                  </a:lnTo>
                  <a:lnTo>
                    <a:pt x="506007" y="23476"/>
                  </a:lnTo>
                  <a:lnTo>
                    <a:pt x="458421" y="6097"/>
                  </a:lnTo>
                  <a:lnTo>
                    <a:pt x="406958" y="0"/>
                  </a:lnTo>
                  <a:close/>
                </a:path>
              </a:pathLst>
            </a:custGeom>
            <a:solidFill>
              <a:srgbClr val="FFFFFF"/>
            </a:solidFill>
          </p:spPr>
          <p:txBody>
            <a:bodyPr wrap="square" lIns="0" tIns="0" rIns="0" bIns="0" rtlCol="0"/>
            <a:lstStyle/>
            <a:p>
              <a:endParaRPr/>
            </a:p>
          </p:txBody>
        </p:sp>
        <p:sp>
          <p:nvSpPr>
            <p:cNvPr id="80" name="object 151">
              <a:extLst>
                <a:ext uri="{FF2B5EF4-FFF2-40B4-BE49-F238E27FC236}">
                  <a16:creationId xmlns:a16="http://schemas.microsoft.com/office/drawing/2014/main" id="{34F1EBF0-2CFB-62D4-8518-4DA7E5E728EC}"/>
                </a:ext>
              </a:extLst>
            </p:cNvPr>
            <p:cNvSpPr/>
            <p:nvPr/>
          </p:nvSpPr>
          <p:spPr>
            <a:xfrm>
              <a:off x="5920572" y="4648132"/>
              <a:ext cx="669925" cy="321945"/>
            </a:xfrm>
            <a:custGeom>
              <a:avLst/>
              <a:gdLst/>
              <a:ahLst/>
              <a:cxnLst/>
              <a:rect l="l" t="t" r="r" b="b"/>
              <a:pathLst>
                <a:path w="669925" h="321945">
                  <a:moveTo>
                    <a:pt x="427088" y="0"/>
                  </a:moveTo>
                  <a:lnTo>
                    <a:pt x="242265" y="0"/>
                  </a:lnTo>
                  <a:lnTo>
                    <a:pt x="197116" y="16567"/>
                  </a:lnTo>
                  <a:lnTo>
                    <a:pt x="155279" y="39169"/>
                  </a:lnTo>
                  <a:lnTo>
                    <a:pt x="117287" y="67273"/>
                  </a:lnTo>
                  <a:lnTo>
                    <a:pt x="83675" y="100348"/>
                  </a:lnTo>
                  <a:lnTo>
                    <a:pt x="54976" y="137860"/>
                  </a:lnTo>
                  <a:lnTo>
                    <a:pt x="31725" y="179279"/>
                  </a:lnTo>
                  <a:lnTo>
                    <a:pt x="14456" y="224072"/>
                  </a:lnTo>
                  <a:lnTo>
                    <a:pt x="3703" y="271707"/>
                  </a:lnTo>
                  <a:lnTo>
                    <a:pt x="0" y="321652"/>
                  </a:lnTo>
                  <a:lnTo>
                    <a:pt x="669366" y="321652"/>
                  </a:lnTo>
                  <a:lnTo>
                    <a:pt x="665662" y="271707"/>
                  </a:lnTo>
                  <a:lnTo>
                    <a:pt x="654908" y="224072"/>
                  </a:lnTo>
                  <a:lnTo>
                    <a:pt x="637637" y="179279"/>
                  </a:lnTo>
                  <a:lnTo>
                    <a:pt x="614384" y="137860"/>
                  </a:lnTo>
                  <a:lnTo>
                    <a:pt x="585683" y="100348"/>
                  </a:lnTo>
                  <a:lnTo>
                    <a:pt x="552069" y="67273"/>
                  </a:lnTo>
                  <a:lnTo>
                    <a:pt x="514075" y="39169"/>
                  </a:lnTo>
                  <a:lnTo>
                    <a:pt x="472237" y="16567"/>
                  </a:lnTo>
                  <a:lnTo>
                    <a:pt x="427088" y="0"/>
                  </a:lnTo>
                  <a:close/>
                </a:path>
              </a:pathLst>
            </a:custGeom>
            <a:solidFill>
              <a:srgbClr val="FFFFFF"/>
            </a:solidFill>
          </p:spPr>
          <p:txBody>
            <a:bodyPr wrap="square" lIns="0" tIns="0" rIns="0" bIns="0" rtlCol="0"/>
            <a:lstStyle/>
            <a:p>
              <a:endParaRPr/>
            </a:p>
          </p:txBody>
        </p:sp>
        <p:sp>
          <p:nvSpPr>
            <p:cNvPr id="81" name="object 152">
              <a:extLst>
                <a:ext uri="{FF2B5EF4-FFF2-40B4-BE49-F238E27FC236}">
                  <a16:creationId xmlns:a16="http://schemas.microsoft.com/office/drawing/2014/main" id="{C8DA4814-9F3E-4F16-6C94-14F8B028F829}"/>
                </a:ext>
              </a:extLst>
            </p:cNvPr>
            <p:cNvSpPr/>
            <p:nvPr/>
          </p:nvSpPr>
          <p:spPr>
            <a:xfrm>
              <a:off x="5920572" y="4648132"/>
              <a:ext cx="669925" cy="321945"/>
            </a:xfrm>
            <a:custGeom>
              <a:avLst/>
              <a:gdLst/>
              <a:ahLst/>
              <a:cxnLst/>
              <a:rect l="l" t="t" r="r" b="b"/>
              <a:pathLst>
                <a:path w="669925" h="321945">
                  <a:moveTo>
                    <a:pt x="242265" y="0"/>
                  </a:moveTo>
                  <a:lnTo>
                    <a:pt x="197116" y="16567"/>
                  </a:lnTo>
                  <a:lnTo>
                    <a:pt x="155279" y="39169"/>
                  </a:lnTo>
                  <a:lnTo>
                    <a:pt x="117287" y="67273"/>
                  </a:lnTo>
                  <a:lnTo>
                    <a:pt x="83675" y="100348"/>
                  </a:lnTo>
                  <a:lnTo>
                    <a:pt x="54976" y="137860"/>
                  </a:lnTo>
                  <a:lnTo>
                    <a:pt x="31725" y="179279"/>
                  </a:lnTo>
                  <a:lnTo>
                    <a:pt x="14456" y="224072"/>
                  </a:lnTo>
                  <a:lnTo>
                    <a:pt x="3703" y="271707"/>
                  </a:lnTo>
                  <a:lnTo>
                    <a:pt x="0" y="321652"/>
                  </a:lnTo>
                  <a:lnTo>
                    <a:pt x="242265" y="321652"/>
                  </a:lnTo>
                  <a:lnTo>
                    <a:pt x="433895" y="321652"/>
                  </a:lnTo>
                  <a:lnTo>
                    <a:pt x="669366" y="321652"/>
                  </a:lnTo>
                  <a:lnTo>
                    <a:pt x="665662" y="271707"/>
                  </a:lnTo>
                  <a:lnTo>
                    <a:pt x="654908" y="224072"/>
                  </a:lnTo>
                  <a:lnTo>
                    <a:pt x="637637" y="179279"/>
                  </a:lnTo>
                  <a:lnTo>
                    <a:pt x="614384" y="137860"/>
                  </a:lnTo>
                  <a:lnTo>
                    <a:pt x="585683" y="100348"/>
                  </a:lnTo>
                  <a:lnTo>
                    <a:pt x="552069" y="67273"/>
                  </a:lnTo>
                  <a:lnTo>
                    <a:pt x="514075" y="39169"/>
                  </a:lnTo>
                  <a:lnTo>
                    <a:pt x="472237" y="16567"/>
                  </a:lnTo>
                  <a:lnTo>
                    <a:pt x="427088" y="0"/>
                  </a:lnTo>
                </a:path>
              </a:pathLst>
            </a:custGeom>
            <a:ln w="28155">
              <a:solidFill>
                <a:srgbClr val="5A6771"/>
              </a:solidFill>
            </a:ln>
          </p:spPr>
          <p:txBody>
            <a:bodyPr wrap="square" lIns="0" tIns="0" rIns="0" bIns="0" rtlCol="0"/>
            <a:lstStyle/>
            <a:p>
              <a:endParaRPr/>
            </a:p>
          </p:txBody>
        </p:sp>
        <p:pic>
          <p:nvPicPr>
            <p:cNvPr id="82" name="object 153">
              <a:extLst>
                <a:ext uri="{FF2B5EF4-FFF2-40B4-BE49-F238E27FC236}">
                  <a16:creationId xmlns:a16="http://schemas.microsoft.com/office/drawing/2014/main" id="{8A255A8C-2CAE-9E89-78B6-CEAE8A8DBDB6}"/>
                </a:ext>
              </a:extLst>
            </p:cNvPr>
            <p:cNvPicPr/>
            <p:nvPr/>
          </p:nvPicPr>
          <p:blipFill>
            <a:blip r:embed="rId8" cstate="print"/>
            <a:stretch>
              <a:fillRect/>
            </a:stretch>
          </p:blipFill>
          <p:spPr>
            <a:xfrm>
              <a:off x="5914572" y="4239761"/>
              <a:ext cx="106057" cy="153136"/>
            </a:xfrm>
            <a:prstGeom prst="rect">
              <a:avLst/>
            </a:prstGeom>
          </p:spPr>
        </p:pic>
        <p:pic>
          <p:nvPicPr>
            <p:cNvPr id="83" name="object 154">
              <a:extLst>
                <a:ext uri="{FF2B5EF4-FFF2-40B4-BE49-F238E27FC236}">
                  <a16:creationId xmlns:a16="http://schemas.microsoft.com/office/drawing/2014/main" id="{4CE7450F-E842-A0EC-BB7A-62F4FBF50EE3}"/>
                </a:ext>
              </a:extLst>
            </p:cNvPr>
            <p:cNvPicPr/>
            <p:nvPr/>
          </p:nvPicPr>
          <p:blipFill>
            <a:blip r:embed="rId9" cstate="print"/>
            <a:stretch>
              <a:fillRect/>
            </a:stretch>
          </p:blipFill>
          <p:spPr>
            <a:xfrm>
              <a:off x="6494344" y="4241227"/>
              <a:ext cx="106057" cy="153136"/>
            </a:xfrm>
            <a:prstGeom prst="rect">
              <a:avLst/>
            </a:prstGeom>
          </p:spPr>
        </p:pic>
        <p:pic>
          <p:nvPicPr>
            <p:cNvPr id="84" name="object 155">
              <a:extLst>
                <a:ext uri="{FF2B5EF4-FFF2-40B4-BE49-F238E27FC236}">
                  <a16:creationId xmlns:a16="http://schemas.microsoft.com/office/drawing/2014/main" id="{5A4D3309-CF6D-871E-662E-DBD3882A42BC}"/>
                </a:ext>
              </a:extLst>
            </p:cNvPr>
            <p:cNvPicPr/>
            <p:nvPr/>
          </p:nvPicPr>
          <p:blipFill>
            <a:blip r:embed="rId10" cstate="print"/>
            <a:stretch>
              <a:fillRect/>
            </a:stretch>
          </p:blipFill>
          <p:spPr>
            <a:xfrm>
              <a:off x="6148764" y="4625690"/>
              <a:ext cx="212978" cy="142354"/>
            </a:xfrm>
            <a:prstGeom prst="rect">
              <a:avLst/>
            </a:prstGeom>
          </p:spPr>
        </p:pic>
        <p:sp>
          <p:nvSpPr>
            <p:cNvPr id="85" name="object 156">
              <a:extLst>
                <a:ext uri="{FF2B5EF4-FFF2-40B4-BE49-F238E27FC236}">
                  <a16:creationId xmlns:a16="http://schemas.microsoft.com/office/drawing/2014/main" id="{A9E921DF-58D7-90DB-2BFF-C24F99C0E0B4}"/>
                </a:ext>
              </a:extLst>
            </p:cNvPr>
            <p:cNvSpPr/>
            <p:nvPr/>
          </p:nvSpPr>
          <p:spPr>
            <a:xfrm>
              <a:off x="6112446" y="4290072"/>
              <a:ext cx="285750" cy="52705"/>
            </a:xfrm>
            <a:custGeom>
              <a:avLst/>
              <a:gdLst/>
              <a:ahLst/>
              <a:cxnLst/>
              <a:rect l="l" t="t" r="r" b="b"/>
              <a:pathLst>
                <a:path w="285750" h="52704">
                  <a:moveTo>
                    <a:pt x="52578" y="26289"/>
                  </a:moveTo>
                  <a:lnTo>
                    <a:pt x="50507" y="16052"/>
                  </a:lnTo>
                  <a:lnTo>
                    <a:pt x="44881" y="7696"/>
                  </a:lnTo>
                  <a:lnTo>
                    <a:pt x="36525" y="2070"/>
                  </a:lnTo>
                  <a:lnTo>
                    <a:pt x="26289" y="0"/>
                  </a:lnTo>
                  <a:lnTo>
                    <a:pt x="16052" y="2070"/>
                  </a:lnTo>
                  <a:lnTo>
                    <a:pt x="7696" y="7696"/>
                  </a:lnTo>
                  <a:lnTo>
                    <a:pt x="2070" y="16052"/>
                  </a:lnTo>
                  <a:lnTo>
                    <a:pt x="0" y="26289"/>
                  </a:lnTo>
                  <a:lnTo>
                    <a:pt x="2070" y="36525"/>
                  </a:lnTo>
                  <a:lnTo>
                    <a:pt x="7696" y="44881"/>
                  </a:lnTo>
                  <a:lnTo>
                    <a:pt x="16052" y="50507"/>
                  </a:lnTo>
                  <a:lnTo>
                    <a:pt x="26289" y="52578"/>
                  </a:lnTo>
                  <a:lnTo>
                    <a:pt x="36525" y="50507"/>
                  </a:lnTo>
                  <a:lnTo>
                    <a:pt x="44881" y="44881"/>
                  </a:lnTo>
                  <a:lnTo>
                    <a:pt x="50507" y="36525"/>
                  </a:lnTo>
                  <a:lnTo>
                    <a:pt x="52578" y="26289"/>
                  </a:lnTo>
                  <a:close/>
                </a:path>
                <a:path w="285750" h="52704">
                  <a:moveTo>
                    <a:pt x="285597" y="26289"/>
                  </a:moveTo>
                  <a:lnTo>
                    <a:pt x="283527" y="16052"/>
                  </a:lnTo>
                  <a:lnTo>
                    <a:pt x="277901" y="7696"/>
                  </a:lnTo>
                  <a:lnTo>
                    <a:pt x="269544" y="2070"/>
                  </a:lnTo>
                  <a:lnTo>
                    <a:pt x="259308" y="0"/>
                  </a:lnTo>
                  <a:lnTo>
                    <a:pt x="249072" y="2070"/>
                  </a:lnTo>
                  <a:lnTo>
                    <a:pt x="240715" y="7696"/>
                  </a:lnTo>
                  <a:lnTo>
                    <a:pt x="235089" y="16052"/>
                  </a:lnTo>
                  <a:lnTo>
                    <a:pt x="233019" y="26289"/>
                  </a:lnTo>
                  <a:lnTo>
                    <a:pt x="235089" y="36525"/>
                  </a:lnTo>
                  <a:lnTo>
                    <a:pt x="240715" y="44881"/>
                  </a:lnTo>
                  <a:lnTo>
                    <a:pt x="249072" y="50507"/>
                  </a:lnTo>
                  <a:lnTo>
                    <a:pt x="259308" y="52578"/>
                  </a:lnTo>
                  <a:lnTo>
                    <a:pt x="269544" y="50507"/>
                  </a:lnTo>
                  <a:lnTo>
                    <a:pt x="277901" y="44881"/>
                  </a:lnTo>
                  <a:lnTo>
                    <a:pt x="283527" y="36525"/>
                  </a:lnTo>
                  <a:lnTo>
                    <a:pt x="285597" y="26289"/>
                  </a:lnTo>
                  <a:close/>
                </a:path>
              </a:pathLst>
            </a:custGeom>
            <a:solidFill>
              <a:srgbClr val="5A6771"/>
            </a:solidFill>
          </p:spPr>
          <p:txBody>
            <a:bodyPr wrap="square" lIns="0" tIns="0" rIns="0" bIns="0" rtlCol="0"/>
            <a:lstStyle/>
            <a:p>
              <a:endParaRPr/>
            </a:p>
          </p:txBody>
        </p:sp>
        <p:pic>
          <p:nvPicPr>
            <p:cNvPr id="86" name="object 157">
              <a:extLst>
                <a:ext uri="{FF2B5EF4-FFF2-40B4-BE49-F238E27FC236}">
                  <a16:creationId xmlns:a16="http://schemas.microsoft.com/office/drawing/2014/main" id="{B74F0699-E03E-5486-8620-A1129FD0CDA4}"/>
                </a:ext>
              </a:extLst>
            </p:cNvPr>
            <p:cNvPicPr/>
            <p:nvPr/>
          </p:nvPicPr>
          <p:blipFill>
            <a:blip r:embed="rId11" cstate="print"/>
            <a:stretch>
              <a:fillRect/>
            </a:stretch>
          </p:blipFill>
          <p:spPr>
            <a:xfrm>
              <a:off x="6184410" y="4306659"/>
              <a:ext cx="141681" cy="247632"/>
            </a:xfrm>
            <a:prstGeom prst="rect">
              <a:avLst/>
            </a:prstGeom>
          </p:spPr>
        </p:pic>
        <p:sp>
          <p:nvSpPr>
            <p:cNvPr id="87" name="object 158">
              <a:extLst>
                <a:ext uri="{FF2B5EF4-FFF2-40B4-BE49-F238E27FC236}">
                  <a16:creationId xmlns:a16="http://schemas.microsoft.com/office/drawing/2014/main" id="{C10F4929-3C24-4626-BF4F-D603387AA8CF}"/>
                </a:ext>
              </a:extLst>
            </p:cNvPr>
            <p:cNvSpPr/>
            <p:nvPr/>
          </p:nvSpPr>
          <p:spPr>
            <a:xfrm>
              <a:off x="5968090" y="3850063"/>
              <a:ext cx="613410" cy="782320"/>
            </a:xfrm>
            <a:custGeom>
              <a:avLst/>
              <a:gdLst/>
              <a:ahLst/>
              <a:cxnLst/>
              <a:rect l="l" t="t" r="r" b="b"/>
              <a:pathLst>
                <a:path w="613409" h="782320">
                  <a:moveTo>
                    <a:pt x="0" y="395795"/>
                  </a:moveTo>
                  <a:lnTo>
                    <a:pt x="0" y="221030"/>
                  </a:lnTo>
                  <a:lnTo>
                    <a:pt x="9774" y="172608"/>
                  </a:lnTo>
                  <a:lnTo>
                    <a:pt x="36431" y="133067"/>
                  </a:lnTo>
                  <a:lnTo>
                    <a:pt x="75968" y="106409"/>
                  </a:lnTo>
                  <a:lnTo>
                    <a:pt x="124383" y="96634"/>
                  </a:lnTo>
                  <a:lnTo>
                    <a:pt x="137106" y="97276"/>
                  </a:lnTo>
                  <a:lnTo>
                    <a:pt x="149458" y="99161"/>
                  </a:lnTo>
                  <a:lnTo>
                    <a:pt x="161379" y="102227"/>
                  </a:lnTo>
                  <a:lnTo>
                    <a:pt x="172808" y="106413"/>
                  </a:lnTo>
                  <a:lnTo>
                    <a:pt x="172059" y="105968"/>
                  </a:lnTo>
                  <a:lnTo>
                    <a:pt x="198279" y="70583"/>
                  </a:lnTo>
                  <a:lnTo>
                    <a:pt x="231030" y="41257"/>
                  </a:lnTo>
                  <a:lnTo>
                    <a:pt x="269275" y="19027"/>
                  </a:lnTo>
                  <a:lnTo>
                    <a:pt x="311978" y="4929"/>
                  </a:lnTo>
                  <a:lnTo>
                    <a:pt x="358101" y="0"/>
                  </a:lnTo>
                  <a:lnTo>
                    <a:pt x="403280" y="4727"/>
                  </a:lnTo>
                  <a:lnTo>
                    <a:pt x="445203" y="18260"/>
                  </a:lnTo>
                  <a:lnTo>
                    <a:pt x="482897" y="39627"/>
                  </a:lnTo>
                  <a:lnTo>
                    <a:pt x="515389" y="67855"/>
                  </a:lnTo>
                  <a:lnTo>
                    <a:pt x="541708" y="101973"/>
                  </a:lnTo>
                  <a:lnTo>
                    <a:pt x="560880" y="141006"/>
                  </a:lnTo>
                  <a:lnTo>
                    <a:pt x="571931" y="183984"/>
                  </a:lnTo>
                  <a:lnTo>
                    <a:pt x="613270" y="183984"/>
                  </a:lnTo>
                  <a:lnTo>
                    <a:pt x="591633" y="231234"/>
                  </a:lnTo>
                  <a:lnTo>
                    <a:pt x="558012" y="269788"/>
                  </a:lnTo>
                  <a:lnTo>
                    <a:pt x="515338" y="298609"/>
                  </a:lnTo>
                  <a:lnTo>
                    <a:pt x="466542" y="316662"/>
                  </a:lnTo>
                  <a:lnTo>
                    <a:pt x="414553" y="322910"/>
                  </a:lnTo>
                  <a:lnTo>
                    <a:pt x="362165" y="316574"/>
                  </a:lnTo>
                  <a:lnTo>
                    <a:pt x="314369" y="298577"/>
                  </a:lnTo>
                  <a:lnTo>
                    <a:pt x="272680" y="270432"/>
                  </a:lnTo>
                  <a:lnTo>
                    <a:pt x="238615" y="233656"/>
                  </a:lnTo>
                  <a:lnTo>
                    <a:pt x="213690" y="189763"/>
                  </a:lnTo>
                  <a:lnTo>
                    <a:pt x="209664" y="189649"/>
                  </a:lnTo>
                  <a:lnTo>
                    <a:pt x="204190" y="189649"/>
                  </a:lnTo>
                  <a:lnTo>
                    <a:pt x="160262" y="195552"/>
                  </a:lnTo>
                  <a:lnTo>
                    <a:pt x="120789" y="212211"/>
                  </a:lnTo>
                  <a:lnTo>
                    <a:pt x="87347" y="238050"/>
                  </a:lnTo>
                  <a:lnTo>
                    <a:pt x="61510" y="271493"/>
                  </a:lnTo>
                  <a:lnTo>
                    <a:pt x="44853" y="310964"/>
                  </a:lnTo>
                  <a:lnTo>
                    <a:pt x="38950" y="354888"/>
                  </a:lnTo>
                  <a:lnTo>
                    <a:pt x="38950" y="612013"/>
                  </a:lnTo>
                  <a:lnTo>
                    <a:pt x="45022" y="657195"/>
                  </a:lnTo>
                  <a:lnTo>
                    <a:pt x="62156" y="697795"/>
                  </a:lnTo>
                  <a:lnTo>
                    <a:pt x="88733" y="732194"/>
                  </a:lnTo>
                  <a:lnTo>
                    <a:pt x="123132" y="758771"/>
                  </a:lnTo>
                  <a:lnTo>
                    <a:pt x="163732" y="775905"/>
                  </a:lnTo>
                  <a:lnTo>
                    <a:pt x="208915" y="781977"/>
                  </a:lnTo>
                  <a:lnTo>
                    <a:pt x="365404" y="781977"/>
                  </a:lnTo>
                  <a:lnTo>
                    <a:pt x="410591" y="775905"/>
                  </a:lnTo>
                  <a:lnTo>
                    <a:pt x="451192" y="758771"/>
                  </a:lnTo>
                  <a:lnTo>
                    <a:pt x="485590" y="732194"/>
                  </a:lnTo>
                  <a:lnTo>
                    <a:pt x="512165" y="697795"/>
                  </a:lnTo>
                  <a:lnTo>
                    <a:pt x="529297" y="657195"/>
                  </a:lnTo>
                  <a:lnTo>
                    <a:pt x="535368" y="612013"/>
                  </a:lnTo>
                  <a:lnTo>
                    <a:pt x="535368" y="354888"/>
                  </a:lnTo>
                  <a:lnTo>
                    <a:pt x="534778" y="340816"/>
                  </a:lnTo>
                  <a:lnTo>
                    <a:pt x="533039" y="327072"/>
                  </a:lnTo>
                  <a:lnTo>
                    <a:pt x="530198" y="313705"/>
                  </a:lnTo>
                  <a:lnTo>
                    <a:pt x="526300" y="300761"/>
                  </a:lnTo>
                </a:path>
              </a:pathLst>
            </a:custGeom>
            <a:ln w="28155">
              <a:solidFill>
                <a:srgbClr val="5A6771"/>
              </a:solidFill>
            </a:ln>
          </p:spPr>
          <p:txBody>
            <a:bodyPr wrap="square" lIns="0" tIns="0" rIns="0" bIns="0" rtlCol="0"/>
            <a:lstStyle/>
            <a:p>
              <a:endParaRPr/>
            </a:p>
          </p:txBody>
        </p:sp>
        <p:sp>
          <p:nvSpPr>
            <p:cNvPr id="88" name="object 159">
              <a:extLst>
                <a:ext uri="{FF2B5EF4-FFF2-40B4-BE49-F238E27FC236}">
                  <a16:creationId xmlns:a16="http://schemas.microsoft.com/office/drawing/2014/main" id="{EF3775B8-4EA0-2C68-FEFD-E535B23D67FD}"/>
                </a:ext>
              </a:extLst>
            </p:cNvPr>
            <p:cNvSpPr/>
            <p:nvPr/>
          </p:nvSpPr>
          <p:spPr>
            <a:xfrm>
              <a:off x="6547370" y="4102798"/>
              <a:ext cx="0" cy="149225"/>
            </a:xfrm>
            <a:custGeom>
              <a:avLst/>
              <a:gdLst/>
              <a:ahLst/>
              <a:cxnLst/>
              <a:rect l="l" t="t" r="r" b="b"/>
              <a:pathLst>
                <a:path h="149225">
                  <a:moveTo>
                    <a:pt x="0" y="149123"/>
                  </a:moveTo>
                  <a:lnTo>
                    <a:pt x="0" y="0"/>
                  </a:lnTo>
                </a:path>
              </a:pathLst>
            </a:custGeom>
            <a:ln w="28155">
              <a:solidFill>
                <a:srgbClr val="5A6771"/>
              </a:solidFill>
            </a:ln>
          </p:spPr>
          <p:txBody>
            <a:bodyPr wrap="square" lIns="0" tIns="0" rIns="0" bIns="0" rtlCol="0"/>
            <a:lstStyle/>
            <a:p>
              <a:endParaRPr/>
            </a:p>
          </p:txBody>
        </p:sp>
        <p:sp>
          <p:nvSpPr>
            <p:cNvPr id="89" name="object 160">
              <a:extLst>
                <a:ext uri="{FF2B5EF4-FFF2-40B4-BE49-F238E27FC236}">
                  <a16:creationId xmlns:a16="http://schemas.microsoft.com/office/drawing/2014/main" id="{A2F450CF-9E1C-F0D4-7BD0-4817A0A7D683}"/>
                </a:ext>
              </a:extLst>
            </p:cNvPr>
            <p:cNvSpPr/>
            <p:nvPr/>
          </p:nvSpPr>
          <p:spPr>
            <a:xfrm>
              <a:off x="6094990" y="4224609"/>
              <a:ext cx="87630" cy="23495"/>
            </a:xfrm>
            <a:custGeom>
              <a:avLst/>
              <a:gdLst/>
              <a:ahLst/>
              <a:cxnLst/>
              <a:rect l="l" t="t" r="r" b="b"/>
              <a:pathLst>
                <a:path w="87629" h="23495">
                  <a:moveTo>
                    <a:pt x="87502" y="23096"/>
                  </a:moveTo>
                  <a:lnTo>
                    <a:pt x="60461" y="5975"/>
                  </a:lnTo>
                  <a:lnTo>
                    <a:pt x="42332" y="0"/>
                  </a:lnTo>
                  <a:lnTo>
                    <a:pt x="24913" y="4928"/>
                  </a:lnTo>
                  <a:lnTo>
                    <a:pt x="0" y="20518"/>
                  </a:lnTo>
                </a:path>
              </a:pathLst>
            </a:custGeom>
            <a:ln w="28155">
              <a:solidFill>
                <a:srgbClr val="5A6771"/>
              </a:solidFill>
            </a:ln>
          </p:spPr>
          <p:txBody>
            <a:bodyPr wrap="square" lIns="0" tIns="0" rIns="0" bIns="0" rtlCol="0"/>
            <a:lstStyle/>
            <a:p>
              <a:endParaRPr/>
            </a:p>
          </p:txBody>
        </p:sp>
        <p:sp>
          <p:nvSpPr>
            <p:cNvPr id="90" name="object 161">
              <a:extLst>
                <a:ext uri="{FF2B5EF4-FFF2-40B4-BE49-F238E27FC236}">
                  <a16:creationId xmlns:a16="http://schemas.microsoft.com/office/drawing/2014/main" id="{7DDD3BF3-7C68-58E1-5A08-B74818B9FB59}"/>
                </a:ext>
              </a:extLst>
            </p:cNvPr>
            <p:cNvSpPr/>
            <p:nvPr/>
          </p:nvSpPr>
          <p:spPr>
            <a:xfrm>
              <a:off x="6328011" y="4224609"/>
              <a:ext cx="87630" cy="23495"/>
            </a:xfrm>
            <a:custGeom>
              <a:avLst/>
              <a:gdLst/>
              <a:ahLst/>
              <a:cxnLst/>
              <a:rect l="l" t="t" r="r" b="b"/>
              <a:pathLst>
                <a:path w="87629" h="23495">
                  <a:moveTo>
                    <a:pt x="0" y="23096"/>
                  </a:moveTo>
                  <a:lnTo>
                    <a:pt x="27041" y="5975"/>
                  </a:lnTo>
                  <a:lnTo>
                    <a:pt x="45170" y="0"/>
                  </a:lnTo>
                  <a:lnTo>
                    <a:pt x="62589" y="4928"/>
                  </a:lnTo>
                  <a:lnTo>
                    <a:pt x="87503" y="20518"/>
                  </a:lnTo>
                </a:path>
              </a:pathLst>
            </a:custGeom>
            <a:ln w="28155">
              <a:solidFill>
                <a:srgbClr val="5A6771"/>
              </a:solidFill>
            </a:ln>
          </p:spPr>
          <p:txBody>
            <a:bodyPr wrap="square" lIns="0" tIns="0" rIns="0" bIns="0" rtlCol="0"/>
            <a:lstStyle/>
            <a:p>
              <a:endParaRPr/>
            </a:p>
          </p:txBody>
        </p:sp>
        <p:sp>
          <p:nvSpPr>
            <p:cNvPr id="91" name="object 162">
              <a:extLst>
                <a:ext uri="{FF2B5EF4-FFF2-40B4-BE49-F238E27FC236}">
                  <a16:creationId xmlns:a16="http://schemas.microsoft.com/office/drawing/2014/main" id="{AA42450D-471D-3B3C-73E6-1E1CF9602981}"/>
                </a:ext>
              </a:extLst>
            </p:cNvPr>
            <p:cNvSpPr/>
            <p:nvPr/>
          </p:nvSpPr>
          <p:spPr>
            <a:xfrm>
              <a:off x="6347665" y="4661558"/>
              <a:ext cx="107314" cy="302895"/>
            </a:xfrm>
            <a:custGeom>
              <a:avLst/>
              <a:gdLst/>
              <a:ahLst/>
              <a:cxnLst/>
              <a:rect l="l" t="t" r="r" b="b"/>
              <a:pathLst>
                <a:path w="107314" h="302895">
                  <a:moveTo>
                    <a:pt x="0" y="0"/>
                  </a:moveTo>
                  <a:lnTo>
                    <a:pt x="0" y="302590"/>
                  </a:lnTo>
                  <a:lnTo>
                    <a:pt x="107035" y="183057"/>
                  </a:lnTo>
                  <a:lnTo>
                    <a:pt x="79171" y="155181"/>
                  </a:lnTo>
                  <a:lnTo>
                    <a:pt x="107035" y="123532"/>
                  </a:lnTo>
                  <a:lnTo>
                    <a:pt x="0" y="0"/>
                  </a:lnTo>
                  <a:close/>
                </a:path>
              </a:pathLst>
            </a:custGeom>
            <a:ln w="28155">
              <a:solidFill>
                <a:srgbClr val="5A6771"/>
              </a:solidFill>
            </a:ln>
          </p:spPr>
          <p:txBody>
            <a:bodyPr wrap="square" lIns="0" tIns="0" rIns="0" bIns="0" rtlCol="0"/>
            <a:lstStyle/>
            <a:p>
              <a:endParaRPr/>
            </a:p>
          </p:txBody>
        </p:sp>
        <p:sp>
          <p:nvSpPr>
            <p:cNvPr id="92" name="object 163">
              <a:extLst>
                <a:ext uri="{FF2B5EF4-FFF2-40B4-BE49-F238E27FC236}">
                  <a16:creationId xmlns:a16="http://schemas.microsoft.com/office/drawing/2014/main" id="{EC3F94C8-ABCD-99A2-493C-599A974D5F13}"/>
                </a:ext>
              </a:extLst>
            </p:cNvPr>
            <p:cNvSpPr/>
            <p:nvPr/>
          </p:nvSpPr>
          <p:spPr>
            <a:xfrm>
              <a:off x="6055803" y="4661558"/>
              <a:ext cx="107314" cy="302895"/>
            </a:xfrm>
            <a:custGeom>
              <a:avLst/>
              <a:gdLst/>
              <a:ahLst/>
              <a:cxnLst/>
              <a:rect l="l" t="t" r="r" b="b"/>
              <a:pathLst>
                <a:path w="107314" h="302895">
                  <a:moveTo>
                    <a:pt x="107035" y="0"/>
                  </a:moveTo>
                  <a:lnTo>
                    <a:pt x="107035" y="302590"/>
                  </a:lnTo>
                  <a:lnTo>
                    <a:pt x="0" y="183057"/>
                  </a:lnTo>
                  <a:lnTo>
                    <a:pt x="27863" y="155181"/>
                  </a:lnTo>
                  <a:lnTo>
                    <a:pt x="0" y="123532"/>
                  </a:lnTo>
                  <a:lnTo>
                    <a:pt x="107035" y="0"/>
                  </a:lnTo>
                  <a:close/>
                </a:path>
              </a:pathLst>
            </a:custGeom>
            <a:ln w="28155">
              <a:solidFill>
                <a:srgbClr val="5A6771"/>
              </a:solidFill>
            </a:ln>
          </p:spPr>
          <p:txBody>
            <a:bodyPr wrap="square" lIns="0" tIns="0" rIns="0" bIns="0" rtlCol="0"/>
            <a:lstStyle/>
            <a:p>
              <a:endParaRPr/>
            </a:p>
          </p:txBody>
        </p:sp>
      </p:grpSp>
      <p:grpSp>
        <p:nvGrpSpPr>
          <p:cNvPr id="93" name="object 6">
            <a:extLst>
              <a:ext uri="{FF2B5EF4-FFF2-40B4-BE49-F238E27FC236}">
                <a16:creationId xmlns:a16="http://schemas.microsoft.com/office/drawing/2014/main" id="{FF4F69BF-066F-C3EB-77EA-37A7A61AAF0C}"/>
              </a:ext>
            </a:extLst>
          </p:cNvPr>
          <p:cNvGrpSpPr/>
          <p:nvPr/>
        </p:nvGrpSpPr>
        <p:grpSpPr>
          <a:xfrm>
            <a:off x="431866" y="5619156"/>
            <a:ext cx="14196060" cy="2602622"/>
            <a:chOff x="447085" y="2815336"/>
            <a:chExt cx="14196060" cy="5374005"/>
          </a:xfrm>
        </p:grpSpPr>
        <p:sp>
          <p:nvSpPr>
            <p:cNvPr id="94" name="object 7">
              <a:extLst>
                <a:ext uri="{FF2B5EF4-FFF2-40B4-BE49-F238E27FC236}">
                  <a16:creationId xmlns:a16="http://schemas.microsoft.com/office/drawing/2014/main" id="{78488113-CD06-7FCF-9A88-D4BABB63D4D0}"/>
                </a:ext>
              </a:extLst>
            </p:cNvPr>
            <p:cNvSpPr/>
            <p:nvPr/>
          </p:nvSpPr>
          <p:spPr>
            <a:xfrm>
              <a:off x="567728" y="2815336"/>
              <a:ext cx="13933169" cy="5374005"/>
            </a:xfrm>
            <a:custGeom>
              <a:avLst/>
              <a:gdLst/>
              <a:ahLst/>
              <a:cxnLst/>
              <a:rect l="l" t="t" r="r" b="b"/>
              <a:pathLst>
                <a:path w="13933169" h="5374005">
                  <a:moveTo>
                    <a:pt x="13933169" y="0"/>
                  </a:moveTo>
                  <a:lnTo>
                    <a:pt x="0" y="0"/>
                  </a:lnTo>
                  <a:lnTo>
                    <a:pt x="0" y="5373814"/>
                  </a:lnTo>
                  <a:lnTo>
                    <a:pt x="13933169" y="5373814"/>
                  </a:lnTo>
                  <a:lnTo>
                    <a:pt x="13933169" y="0"/>
                  </a:lnTo>
                  <a:close/>
                </a:path>
              </a:pathLst>
            </a:custGeom>
            <a:solidFill>
              <a:srgbClr val="F5F5EF"/>
            </a:solidFill>
          </p:spPr>
          <p:txBody>
            <a:bodyPr wrap="square" lIns="0" tIns="0" rIns="0" bIns="0" rtlCol="0"/>
            <a:lstStyle/>
            <a:p>
              <a:endParaRPr/>
            </a:p>
          </p:txBody>
        </p:sp>
        <p:sp>
          <p:nvSpPr>
            <p:cNvPr id="95" name="object 8">
              <a:extLst>
                <a:ext uri="{FF2B5EF4-FFF2-40B4-BE49-F238E27FC236}">
                  <a16:creationId xmlns:a16="http://schemas.microsoft.com/office/drawing/2014/main" id="{49AF18DA-C6B7-1D12-7D60-EE02CB27ED78}"/>
                </a:ext>
              </a:extLst>
            </p:cNvPr>
            <p:cNvSpPr/>
            <p:nvPr/>
          </p:nvSpPr>
          <p:spPr>
            <a:xfrm>
              <a:off x="447085" y="5502243"/>
              <a:ext cx="14196060" cy="0"/>
            </a:xfrm>
            <a:custGeom>
              <a:avLst/>
              <a:gdLst/>
              <a:ahLst/>
              <a:cxnLst/>
              <a:rect l="l" t="t" r="r" b="b"/>
              <a:pathLst>
                <a:path w="14196060">
                  <a:moveTo>
                    <a:pt x="0" y="0"/>
                  </a:moveTo>
                  <a:lnTo>
                    <a:pt x="14196009" y="0"/>
                  </a:lnTo>
                </a:path>
              </a:pathLst>
            </a:custGeom>
            <a:ln w="25400">
              <a:solidFill>
                <a:srgbClr val="FFFFFF"/>
              </a:solidFill>
            </a:ln>
          </p:spPr>
          <p:txBody>
            <a:bodyPr wrap="square" lIns="0" tIns="0" rIns="0" bIns="0" rtlCol="0"/>
            <a:lstStyle/>
            <a:p>
              <a:endParaRPr/>
            </a:p>
          </p:txBody>
        </p:sp>
      </p:grpSp>
      <p:sp>
        <p:nvSpPr>
          <p:cNvPr id="96" name="object 52">
            <a:extLst>
              <a:ext uri="{FF2B5EF4-FFF2-40B4-BE49-F238E27FC236}">
                <a16:creationId xmlns:a16="http://schemas.microsoft.com/office/drawing/2014/main" id="{1CD5F028-CDB8-1421-58B2-4A956C17CEEC}"/>
              </a:ext>
            </a:extLst>
          </p:cNvPr>
          <p:cNvSpPr txBox="1"/>
          <p:nvPr/>
        </p:nvSpPr>
        <p:spPr>
          <a:xfrm>
            <a:off x="595846" y="4301710"/>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Massimo</a:t>
            </a:r>
            <a:endParaRPr dirty="0">
              <a:latin typeface="Lucida Sans Unicode"/>
              <a:cs typeface="Lucida Sans Unicode"/>
            </a:endParaRPr>
          </a:p>
        </p:txBody>
      </p:sp>
      <p:sp>
        <p:nvSpPr>
          <p:cNvPr id="97" name="object 52">
            <a:extLst>
              <a:ext uri="{FF2B5EF4-FFF2-40B4-BE49-F238E27FC236}">
                <a16:creationId xmlns:a16="http://schemas.microsoft.com/office/drawing/2014/main" id="{5401679A-EAD1-EC17-EEE9-159D88A280A8}"/>
              </a:ext>
            </a:extLst>
          </p:cNvPr>
          <p:cNvSpPr txBox="1"/>
          <p:nvPr/>
        </p:nvSpPr>
        <p:spPr>
          <a:xfrm>
            <a:off x="578932" y="5553902"/>
            <a:ext cx="4042060" cy="1510670"/>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200" dirty="0">
              <a:latin typeface="Arial Black"/>
              <a:cs typeface="Arial Black"/>
            </a:endParaRPr>
          </a:p>
          <a:p>
            <a:pPr marL="12700" marR="5080"/>
            <a:r>
              <a:rPr lang="it-IT" sz="1400" spc="-155" dirty="0">
                <a:solidFill>
                  <a:srgbClr val="00C5C9"/>
                </a:solidFill>
                <a:latin typeface="Lucida Sans Unicode"/>
                <a:cs typeface="Lucida Sans Unicode"/>
              </a:rPr>
              <a:t>Deve cercare nella barra di ricerca del sito “Giocatori”, dopo averci cliccato arriva nella pagina Giocatori. Poi nella barra laterale può selezionare la posizione del giocatore su cui fare la ricerca. Infine tramite il filtro trova la squadra desiderata</a:t>
            </a:r>
            <a:endParaRPr sz="1400" spc="-155" dirty="0">
              <a:solidFill>
                <a:srgbClr val="00C5C9"/>
              </a:solidFill>
              <a:latin typeface="Lucida Sans Unicode"/>
              <a:cs typeface="Lucida Sans Unicode"/>
            </a:endParaRPr>
          </a:p>
        </p:txBody>
      </p:sp>
      <p:sp>
        <p:nvSpPr>
          <p:cNvPr id="98" name="object 52">
            <a:extLst>
              <a:ext uri="{FF2B5EF4-FFF2-40B4-BE49-F238E27FC236}">
                <a16:creationId xmlns:a16="http://schemas.microsoft.com/office/drawing/2014/main" id="{6C4AA36C-C71E-6DE1-B764-ADA0BB862535}"/>
              </a:ext>
            </a:extLst>
          </p:cNvPr>
          <p:cNvSpPr txBox="1"/>
          <p:nvPr/>
        </p:nvSpPr>
        <p:spPr>
          <a:xfrm>
            <a:off x="603501" y="7075023"/>
            <a:ext cx="4017491" cy="1048364"/>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Massimo non riesce a usare bene il filtro dei giocatori</a:t>
            </a:r>
            <a:endParaRPr dirty="0">
              <a:latin typeface="Lucida Sans Unicode"/>
              <a:cs typeface="Lucida Sans Unicode"/>
            </a:endParaRPr>
          </a:p>
        </p:txBody>
      </p:sp>
      <p:sp>
        <p:nvSpPr>
          <p:cNvPr id="99" name="object 2">
            <a:extLst>
              <a:ext uri="{FF2B5EF4-FFF2-40B4-BE49-F238E27FC236}">
                <a16:creationId xmlns:a16="http://schemas.microsoft.com/office/drawing/2014/main" id="{29C274E2-4763-570C-6AE6-9E8389AEB569}"/>
              </a:ext>
            </a:extLst>
          </p:cNvPr>
          <p:cNvSpPr txBox="1"/>
          <p:nvPr/>
        </p:nvSpPr>
        <p:spPr>
          <a:xfrm>
            <a:off x="10458835"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RICEVERE ASSISTENZA</a:t>
            </a:r>
            <a:endParaRPr sz="1500" dirty="0">
              <a:latin typeface="Arial Black"/>
              <a:cs typeface="Arial Black"/>
            </a:endParaRPr>
          </a:p>
        </p:txBody>
      </p:sp>
      <p:sp>
        <p:nvSpPr>
          <p:cNvPr id="100" name="object 2">
            <a:extLst>
              <a:ext uri="{FF2B5EF4-FFF2-40B4-BE49-F238E27FC236}">
                <a16:creationId xmlns:a16="http://schemas.microsoft.com/office/drawing/2014/main" id="{305E3018-82A4-6320-C9C2-55FF7709FA39}"/>
              </a:ext>
            </a:extLst>
          </p:cNvPr>
          <p:cNvSpPr txBox="1"/>
          <p:nvPr/>
        </p:nvSpPr>
        <p:spPr>
          <a:xfrm>
            <a:off x="5493671"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USARE  SERVIZIO</a:t>
            </a:r>
            <a:endParaRPr sz="1500" dirty="0">
              <a:latin typeface="Arial Black"/>
              <a:cs typeface="Arial Black"/>
            </a:endParaRPr>
          </a:p>
        </p:txBody>
      </p:sp>
      <p:sp>
        <p:nvSpPr>
          <p:cNvPr id="102" name="object 52">
            <a:extLst>
              <a:ext uri="{FF2B5EF4-FFF2-40B4-BE49-F238E27FC236}">
                <a16:creationId xmlns:a16="http://schemas.microsoft.com/office/drawing/2014/main" id="{1AB8B358-DF42-1AC1-AC8D-BB75079DC5FD}"/>
              </a:ext>
            </a:extLst>
          </p:cNvPr>
          <p:cNvSpPr txBox="1"/>
          <p:nvPr/>
        </p:nvSpPr>
        <p:spPr>
          <a:xfrm>
            <a:off x="5492177" y="2925492"/>
            <a:ext cx="4044992" cy="1040670"/>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Cerca i risultati delle ultime partite giocate di una squadra per prepararsi ai nuovi incontri  </a:t>
            </a:r>
            <a:endParaRPr sz="1600" dirty="0">
              <a:latin typeface="Lucida Sans Unicode"/>
              <a:cs typeface="Lucida Sans Unicode"/>
            </a:endParaRPr>
          </a:p>
        </p:txBody>
      </p:sp>
      <p:sp>
        <p:nvSpPr>
          <p:cNvPr id="103" name="object 52">
            <a:extLst>
              <a:ext uri="{FF2B5EF4-FFF2-40B4-BE49-F238E27FC236}">
                <a16:creationId xmlns:a16="http://schemas.microsoft.com/office/drawing/2014/main" id="{C7CA6673-F10A-EAA2-0B9D-6602DFB55F8A}"/>
              </a:ext>
            </a:extLst>
          </p:cNvPr>
          <p:cNvSpPr txBox="1"/>
          <p:nvPr/>
        </p:nvSpPr>
        <p:spPr>
          <a:xfrm>
            <a:off x="10408354" y="2870109"/>
            <a:ext cx="4044992" cy="1048364"/>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Non trova i dati aggiornati su una partita e vuole chiedere assistenza al sito</a:t>
            </a:r>
            <a:endParaRPr dirty="0">
              <a:latin typeface="Lucida Sans Unicode"/>
              <a:cs typeface="Lucida Sans Unicode"/>
            </a:endParaRPr>
          </a:p>
        </p:txBody>
      </p:sp>
      <p:sp>
        <p:nvSpPr>
          <p:cNvPr id="104" name="object 52">
            <a:extLst>
              <a:ext uri="{FF2B5EF4-FFF2-40B4-BE49-F238E27FC236}">
                <a16:creationId xmlns:a16="http://schemas.microsoft.com/office/drawing/2014/main" id="{E00E83CC-9D18-637E-6946-2812F6AD9B0C}"/>
              </a:ext>
            </a:extLst>
          </p:cNvPr>
          <p:cNvSpPr txBox="1"/>
          <p:nvPr/>
        </p:nvSpPr>
        <p:spPr>
          <a:xfrm>
            <a:off x="5597015"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Massimo</a:t>
            </a:r>
            <a:endParaRPr dirty="0">
              <a:latin typeface="Lucida Sans Unicode"/>
              <a:cs typeface="Lucida Sans Unicode"/>
            </a:endParaRPr>
          </a:p>
        </p:txBody>
      </p:sp>
      <p:sp>
        <p:nvSpPr>
          <p:cNvPr id="105" name="object 52">
            <a:extLst>
              <a:ext uri="{FF2B5EF4-FFF2-40B4-BE49-F238E27FC236}">
                <a16:creationId xmlns:a16="http://schemas.microsoft.com/office/drawing/2014/main" id="{48B5B760-418C-3DBD-5760-0A6D900C58E5}"/>
              </a:ext>
            </a:extLst>
          </p:cNvPr>
          <p:cNvSpPr txBox="1"/>
          <p:nvPr/>
        </p:nvSpPr>
        <p:spPr>
          <a:xfrm>
            <a:off x="10497969"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Massimo</a:t>
            </a:r>
            <a:endParaRPr dirty="0">
              <a:latin typeface="Lucida Sans Unicode"/>
              <a:cs typeface="Lucida Sans Unicode"/>
            </a:endParaRPr>
          </a:p>
        </p:txBody>
      </p:sp>
      <p:sp>
        <p:nvSpPr>
          <p:cNvPr id="106" name="object 52">
            <a:extLst>
              <a:ext uri="{FF2B5EF4-FFF2-40B4-BE49-F238E27FC236}">
                <a16:creationId xmlns:a16="http://schemas.microsoft.com/office/drawing/2014/main" id="{9E89390E-A09F-1B51-540F-E13576CD125D}"/>
              </a:ext>
            </a:extLst>
          </p:cNvPr>
          <p:cNvSpPr txBox="1"/>
          <p:nvPr/>
        </p:nvSpPr>
        <p:spPr>
          <a:xfrm>
            <a:off x="5514159" y="5576322"/>
            <a:ext cx="4042060" cy="1341393"/>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100" dirty="0">
              <a:latin typeface="Arial Black"/>
              <a:cs typeface="Arial Black"/>
            </a:endParaRPr>
          </a:p>
          <a:p>
            <a:pPr marL="12700" marR="5080"/>
            <a:r>
              <a:rPr lang="it-IT" sz="1200" spc="-155" dirty="0">
                <a:solidFill>
                  <a:srgbClr val="00C5C9"/>
                </a:solidFill>
                <a:latin typeface="Lucida Sans Unicode"/>
                <a:cs typeface="Lucida Sans Unicode"/>
              </a:rPr>
              <a:t>Deve cercare nella barra di ricerca del sito “Partite”, dopo averci cliccato arriva nella pagina Partite. Poi nella barra laterale può selezionare i vari campionati su cui  è interessato. Infine tramite il filtro trova la squadra desiderata. Tutte le partite saranno organizzate dalla più recente alla più vecchia di default</a:t>
            </a:r>
            <a:endParaRPr sz="1200" spc="-155" dirty="0">
              <a:solidFill>
                <a:srgbClr val="00C5C9"/>
              </a:solidFill>
              <a:latin typeface="Lucida Sans Unicode"/>
              <a:cs typeface="Lucida Sans Unicode"/>
            </a:endParaRPr>
          </a:p>
        </p:txBody>
      </p:sp>
      <p:sp>
        <p:nvSpPr>
          <p:cNvPr id="107" name="object 52">
            <a:extLst>
              <a:ext uri="{FF2B5EF4-FFF2-40B4-BE49-F238E27FC236}">
                <a16:creationId xmlns:a16="http://schemas.microsoft.com/office/drawing/2014/main" id="{450DDC5A-13D1-DFB5-53DC-C0FB5E1B01F9}"/>
              </a:ext>
            </a:extLst>
          </p:cNvPr>
          <p:cNvSpPr txBox="1"/>
          <p:nvPr/>
        </p:nvSpPr>
        <p:spPr>
          <a:xfrm>
            <a:off x="10411286" y="5602442"/>
            <a:ext cx="4042060" cy="1156727"/>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100" dirty="0">
              <a:latin typeface="Arial Black"/>
              <a:cs typeface="Arial Black"/>
            </a:endParaRPr>
          </a:p>
          <a:p>
            <a:pPr marL="12700" marR="5080"/>
            <a:r>
              <a:rPr lang="it-IT" sz="1600" spc="-155" dirty="0">
                <a:solidFill>
                  <a:srgbClr val="00C5C9"/>
                </a:solidFill>
                <a:latin typeface="Lucida Sans Unicode"/>
                <a:cs typeface="Lucida Sans Unicode"/>
              </a:rPr>
              <a:t>Partendo da una qualsiasi pagina del sito,  sul fondo della pagina si possono trovare i punti di contatto del sito, tramite i quali ricevere assistenza</a:t>
            </a:r>
            <a:endParaRPr sz="1600" spc="-155" dirty="0">
              <a:solidFill>
                <a:srgbClr val="00C5C9"/>
              </a:solidFill>
              <a:latin typeface="Lucida Sans Unicode"/>
              <a:cs typeface="Lucida Sans Unicode"/>
            </a:endParaRPr>
          </a:p>
        </p:txBody>
      </p:sp>
      <p:sp>
        <p:nvSpPr>
          <p:cNvPr id="108" name="object 52">
            <a:extLst>
              <a:ext uri="{FF2B5EF4-FFF2-40B4-BE49-F238E27FC236}">
                <a16:creationId xmlns:a16="http://schemas.microsoft.com/office/drawing/2014/main" id="{5BADF761-A4CA-EF33-CE51-F99524828E04}"/>
              </a:ext>
            </a:extLst>
          </p:cNvPr>
          <p:cNvSpPr txBox="1"/>
          <p:nvPr/>
        </p:nvSpPr>
        <p:spPr>
          <a:xfrm>
            <a:off x="5519678" y="6944788"/>
            <a:ext cx="4017491" cy="1061829"/>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p>
          <a:p>
            <a:pPr marL="15875">
              <a:lnSpc>
                <a:spcPct val="100000"/>
              </a:lnSpc>
              <a:spcBef>
                <a:spcPts val="740"/>
              </a:spcBef>
            </a:pPr>
            <a:r>
              <a:rPr lang="it-IT" spc="-155" dirty="0">
                <a:solidFill>
                  <a:srgbClr val="00C5C9"/>
                </a:solidFill>
                <a:latin typeface="Lucida Sans Unicode"/>
                <a:cs typeface="Lucida Sans Unicode"/>
              </a:rPr>
              <a:t>Massimo ha difficoltà a trovare informazioni specifiche</a:t>
            </a:r>
            <a:endParaRPr spc="-155" dirty="0">
              <a:solidFill>
                <a:srgbClr val="00C5C9"/>
              </a:solidFill>
              <a:latin typeface="Lucida Sans Unicode"/>
              <a:cs typeface="Lucida Sans Unicode"/>
            </a:endParaRPr>
          </a:p>
          <a:p>
            <a:pPr>
              <a:lnSpc>
                <a:spcPct val="100000"/>
              </a:lnSpc>
              <a:spcBef>
                <a:spcPts val="25"/>
              </a:spcBef>
            </a:pPr>
            <a:endParaRPr sz="1100" dirty="0">
              <a:latin typeface="Arial Black"/>
              <a:cs typeface="Arial Black"/>
            </a:endParaRPr>
          </a:p>
        </p:txBody>
      </p:sp>
      <p:sp>
        <p:nvSpPr>
          <p:cNvPr id="109" name="object 52">
            <a:extLst>
              <a:ext uri="{FF2B5EF4-FFF2-40B4-BE49-F238E27FC236}">
                <a16:creationId xmlns:a16="http://schemas.microsoft.com/office/drawing/2014/main" id="{F3A8E2AD-AFE8-4564-01A2-2AF9A12C7B65}"/>
              </a:ext>
            </a:extLst>
          </p:cNvPr>
          <p:cNvSpPr txBox="1"/>
          <p:nvPr/>
        </p:nvSpPr>
        <p:spPr>
          <a:xfrm>
            <a:off x="10497969" y="6898063"/>
            <a:ext cx="4017491" cy="1368965"/>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Massimo vorrebbe un punto di accesso diretto “Contattaci” tra le voci della barra di ricerca, perché più semplice da raggiungere</a:t>
            </a:r>
            <a:endParaRPr sz="1600" dirty="0">
              <a:latin typeface="Lucida Sans Unicode"/>
              <a:cs typeface="Lucida Sans Unicode"/>
            </a:endParaRPr>
          </a:p>
        </p:txBody>
      </p:sp>
      <p:grpSp>
        <p:nvGrpSpPr>
          <p:cNvPr id="183" name="object 30">
            <a:extLst>
              <a:ext uri="{FF2B5EF4-FFF2-40B4-BE49-F238E27FC236}">
                <a16:creationId xmlns:a16="http://schemas.microsoft.com/office/drawing/2014/main" id="{4BEC27BB-1C7F-727B-FC64-B7A1A0115ADF}"/>
              </a:ext>
            </a:extLst>
          </p:cNvPr>
          <p:cNvGrpSpPr/>
          <p:nvPr/>
        </p:nvGrpSpPr>
        <p:grpSpPr>
          <a:xfrm>
            <a:off x="912393" y="8440622"/>
            <a:ext cx="13642340" cy="121894"/>
            <a:chOff x="912393" y="8440622"/>
            <a:chExt cx="13642340" cy="121894"/>
          </a:xfrm>
        </p:grpSpPr>
        <p:sp>
          <p:nvSpPr>
            <p:cNvPr id="184" name="object 31">
              <a:extLst>
                <a:ext uri="{FF2B5EF4-FFF2-40B4-BE49-F238E27FC236}">
                  <a16:creationId xmlns:a16="http://schemas.microsoft.com/office/drawing/2014/main" id="{BD32D000-9447-9FC4-FDC5-501B267984C4}"/>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85" name="object 32">
              <a:extLst>
                <a:ext uri="{FF2B5EF4-FFF2-40B4-BE49-F238E27FC236}">
                  <a16:creationId xmlns:a16="http://schemas.microsoft.com/office/drawing/2014/main" id="{F60D72A5-9611-AF75-C045-A706BDADFBB7}"/>
                </a:ext>
              </a:extLst>
            </p:cNvPr>
            <p:cNvPicPr/>
            <p:nvPr/>
          </p:nvPicPr>
          <p:blipFill>
            <a:blip r:embed="rId12" cstate="print"/>
            <a:stretch>
              <a:fillRect/>
            </a:stretch>
          </p:blipFill>
          <p:spPr>
            <a:xfrm>
              <a:off x="2792756" y="8440622"/>
              <a:ext cx="121894" cy="121894"/>
            </a:xfrm>
            <a:prstGeom prst="rect">
              <a:avLst/>
            </a:prstGeom>
          </p:spPr>
        </p:pic>
        <p:pic>
          <p:nvPicPr>
            <p:cNvPr id="187" name="object 34">
              <a:extLst>
                <a:ext uri="{FF2B5EF4-FFF2-40B4-BE49-F238E27FC236}">
                  <a16:creationId xmlns:a16="http://schemas.microsoft.com/office/drawing/2014/main" id="{B3156130-722B-466D-C6C5-B43DA76A2690}"/>
                </a:ext>
              </a:extLst>
            </p:cNvPr>
            <p:cNvPicPr/>
            <p:nvPr/>
          </p:nvPicPr>
          <p:blipFill>
            <a:blip r:embed="rId13" cstate="print"/>
            <a:stretch>
              <a:fillRect/>
            </a:stretch>
          </p:blipFill>
          <p:spPr>
            <a:xfrm>
              <a:off x="7639050" y="8440622"/>
              <a:ext cx="121894" cy="121894"/>
            </a:xfrm>
            <a:prstGeom prst="rect">
              <a:avLst/>
            </a:prstGeom>
          </p:spPr>
        </p:pic>
        <p:pic>
          <p:nvPicPr>
            <p:cNvPr id="189" name="object 36">
              <a:extLst>
                <a:ext uri="{FF2B5EF4-FFF2-40B4-BE49-F238E27FC236}">
                  <a16:creationId xmlns:a16="http://schemas.microsoft.com/office/drawing/2014/main" id="{D95B453B-1516-95B1-6197-5ABCA4AA7400}"/>
                </a:ext>
              </a:extLst>
            </p:cNvPr>
            <p:cNvPicPr/>
            <p:nvPr/>
          </p:nvPicPr>
          <p:blipFill>
            <a:blip r:embed="rId12" cstate="print"/>
            <a:stretch>
              <a:fillRect/>
            </a:stretch>
          </p:blipFill>
          <p:spPr>
            <a:xfrm>
              <a:off x="12515850" y="8440622"/>
              <a:ext cx="121894" cy="121894"/>
            </a:xfrm>
            <a:prstGeom prst="rect">
              <a:avLst/>
            </a:prstGeom>
          </p:spPr>
        </p:pic>
      </p:grpSp>
      <p:grpSp>
        <p:nvGrpSpPr>
          <p:cNvPr id="191" name="object 30">
            <a:extLst>
              <a:ext uri="{FF2B5EF4-FFF2-40B4-BE49-F238E27FC236}">
                <a16:creationId xmlns:a16="http://schemas.microsoft.com/office/drawing/2014/main" id="{914650B6-64F0-D842-B3E4-C3C8AF8A2E6C}"/>
              </a:ext>
            </a:extLst>
          </p:cNvPr>
          <p:cNvGrpSpPr/>
          <p:nvPr/>
        </p:nvGrpSpPr>
        <p:grpSpPr>
          <a:xfrm>
            <a:off x="912393" y="8732126"/>
            <a:ext cx="13642340" cy="121894"/>
            <a:chOff x="912393" y="8440622"/>
            <a:chExt cx="13642340" cy="121894"/>
          </a:xfrm>
        </p:grpSpPr>
        <p:sp>
          <p:nvSpPr>
            <p:cNvPr id="192" name="object 31">
              <a:extLst>
                <a:ext uri="{FF2B5EF4-FFF2-40B4-BE49-F238E27FC236}">
                  <a16:creationId xmlns:a16="http://schemas.microsoft.com/office/drawing/2014/main" id="{8E65EEA8-39FB-BFCC-50E4-235472D0B79F}"/>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3" name="object 32">
              <a:extLst>
                <a:ext uri="{FF2B5EF4-FFF2-40B4-BE49-F238E27FC236}">
                  <a16:creationId xmlns:a16="http://schemas.microsoft.com/office/drawing/2014/main" id="{F843867C-7A3C-2C6A-A7D2-7AB2CCD5C6E3}"/>
                </a:ext>
              </a:extLst>
            </p:cNvPr>
            <p:cNvPicPr/>
            <p:nvPr/>
          </p:nvPicPr>
          <p:blipFill>
            <a:blip r:embed="rId12" cstate="print"/>
            <a:stretch>
              <a:fillRect/>
            </a:stretch>
          </p:blipFill>
          <p:spPr>
            <a:xfrm>
              <a:off x="2792756" y="8440622"/>
              <a:ext cx="121894" cy="121894"/>
            </a:xfrm>
            <a:prstGeom prst="rect">
              <a:avLst/>
            </a:prstGeom>
          </p:spPr>
        </p:pic>
        <p:pic>
          <p:nvPicPr>
            <p:cNvPr id="194" name="object 34">
              <a:extLst>
                <a:ext uri="{FF2B5EF4-FFF2-40B4-BE49-F238E27FC236}">
                  <a16:creationId xmlns:a16="http://schemas.microsoft.com/office/drawing/2014/main" id="{807F4584-AAB2-B171-44CF-14B6F9B3D54A}"/>
                </a:ext>
              </a:extLst>
            </p:cNvPr>
            <p:cNvPicPr/>
            <p:nvPr/>
          </p:nvPicPr>
          <p:blipFill>
            <a:blip r:embed="rId13" cstate="print"/>
            <a:stretch>
              <a:fillRect/>
            </a:stretch>
          </p:blipFill>
          <p:spPr>
            <a:xfrm>
              <a:off x="7639050" y="8440622"/>
              <a:ext cx="121894" cy="121894"/>
            </a:xfrm>
            <a:prstGeom prst="rect">
              <a:avLst/>
            </a:prstGeom>
          </p:spPr>
        </p:pic>
        <p:pic>
          <p:nvPicPr>
            <p:cNvPr id="195" name="object 36">
              <a:extLst>
                <a:ext uri="{FF2B5EF4-FFF2-40B4-BE49-F238E27FC236}">
                  <a16:creationId xmlns:a16="http://schemas.microsoft.com/office/drawing/2014/main" id="{8B266E29-1E76-926B-6360-3B9336587BA5}"/>
                </a:ext>
              </a:extLst>
            </p:cNvPr>
            <p:cNvPicPr/>
            <p:nvPr/>
          </p:nvPicPr>
          <p:blipFill>
            <a:blip r:embed="rId12" cstate="print"/>
            <a:stretch>
              <a:fillRect/>
            </a:stretch>
          </p:blipFill>
          <p:spPr>
            <a:xfrm>
              <a:off x="12515850" y="8440622"/>
              <a:ext cx="121894" cy="121894"/>
            </a:xfrm>
            <a:prstGeom prst="rect">
              <a:avLst/>
            </a:prstGeom>
          </p:spPr>
        </p:pic>
      </p:grpSp>
      <p:grpSp>
        <p:nvGrpSpPr>
          <p:cNvPr id="196" name="object 30">
            <a:extLst>
              <a:ext uri="{FF2B5EF4-FFF2-40B4-BE49-F238E27FC236}">
                <a16:creationId xmlns:a16="http://schemas.microsoft.com/office/drawing/2014/main" id="{2C09CED5-024C-87AC-6517-032D66114076}"/>
              </a:ext>
            </a:extLst>
          </p:cNvPr>
          <p:cNvGrpSpPr/>
          <p:nvPr/>
        </p:nvGrpSpPr>
        <p:grpSpPr>
          <a:xfrm>
            <a:off x="912393" y="9003116"/>
            <a:ext cx="13642340" cy="121894"/>
            <a:chOff x="912393" y="8440622"/>
            <a:chExt cx="13642340" cy="121894"/>
          </a:xfrm>
        </p:grpSpPr>
        <p:sp>
          <p:nvSpPr>
            <p:cNvPr id="197" name="object 31">
              <a:extLst>
                <a:ext uri="{FF2B5EF4-FFF2-40B4-BE49-F238E27FC236}">
                  <a16:creationId xmlns:a16="http://schemas.microsoft.com/office/drawing/2014/main" id="{76CE4397-BA2E-D8DE-BFD6-478C2CCFB08E}"/>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8" name="object 32">
              <a:extLst>
                <a:ext uri="{FF2B5EF4-FFF2-40B4-BE49-F238E27FC236}">
                  <a16:creationId xmlns:a16="http://schemas.microsoft.com/office/drawing/2014/main" id="{91635217-863D-8170-E7EC-5B699889084B}"/>
                </a:ext>
              </a:extLst>
            </p:cNvPr>
            <p:cNvPicPr/>
            <p:nvPr/>
          </p:nvPicPr>
          <p:blipFill>
            <a:blip r:embed="rId12" cstate="print"/>
            <a:stretch>
              <a:fillRect/>
            </a:stretch>
          </p:blipFill>
          <p:spPr>
            <a:xfrm>
              <a:off x="2792756" y="8440622"/>
              <a:ext cx="121894" cy="121894"/>
            </a:xfrm>
            <a:prstGeom prst="rect">
              <a:avLst/>
            </a:prstGeom>
          </p:spPr>
        </p:pic>
        <p:pic>
          <p:nvPicPr>
            <p:cNvPr id="199" name="object 34">
              <a:extLst>
                <a:ext uri="{FF2B5EF4-FFF2-40B4-BE49-F238E27FC236}">
                  <a16:creationId xmlns:a16="http://schemas.microsoft.com/office/drawing/2014/main" id="{670DC757-32B0-5A49-6455-464B0454405D}"/>
                </a:ext>
              </a:extLst>
            </p:cNvPr>
            <p:cNvPicPr/>
            <p:nvPr/>
          </p:nvPicPr>
          <p:blipFill>
            <a:blip r:embed="rId13" cstate="print"/>
            <a:stretch>
              <a:fillRect/>
            </a:stretch>
          </p:blipFill>
          <p:spPr>
            <a:xfrm>
              <a:off x="7639050" y="8440622"/>
              <a:ext cx="121894" cy="121894"/>
            </a:xfrm>
            <a:prstGeom prst="rect">
              <a:avLst/>
            </a:prstGeom>
          </p:spPr>
        </p:pic>
        <p:pic>
          <p:nvPicPr>
            <p:cNvPr id="200" name="object 36">
              <a:extLst>
                <a:ext uri="{FF2B5EF4-FFF2-40B4-BE49-F238E27FC236}">
                  <a16:creationId xmlns:a16="http://schemas.microsoft.com/office/drawing/2014/main" id="{DA1C0859-49AF-9F4E-63AD-42DA3DFAAB2C}"/>
                </a:ext>
              </a:extLst>
            </p:cNvPr>
            <p:cNvPicPr/>
            <p:nvPr/>
          </p:nvPicPr>
          <p:blipFill>
            <a:blip r:embed="rId12" cstate="print"/>
            <a:stretch>
              <a:fillRect/>
            </a:stretch>
          </p:blipFill>
          <p:spPr>
            <a:xfrm>
              <a:off x="12515850" y="8440622"/>
              <a:ext cx="121894" cy="121894"/>
            </a:xfrm>
            <a:prstGeom prst="rect">
              <a:avLst/>
            </a:prstGeom>
          </p:spPr>
        </p:pic>
      </p:grpSp>
      <p:grpSp>
        <p:nvGrpSpPr>
          <p:cNvPr id="201" name="object 30">
            <a:extLst>
              <a:ext uri="{FF2B5EF4-FFF2-40B4-BE49-F238E27FC236}">
                <a16:creationId xmlns:a16="http://schemas.microsoft.com/office/drawing/2014/main" id="{A24B29A4-4038-1020-57DF-87F79093239A}"/>
              </a:ext>
            </a:extLst>
          </p:cNvPr>
          <p:cNvGrpSpPr/>
          <p:nvPr/>
        </p:nvGrpSpPr>
        <p:grpSpPr>
          <a:xfrm>
            <a:off x="912393" y="9294620"/>
            <a:ext cx="13642340" cy="121894"/>
            <a:chOff x="912393" y="8440622"/>
            <a:chExt cx="13642340" cy="121894"/>
          </a:xfrm>
        </p:grpSpPr>
        <p:sp>
          <p:nvSpPr>
            <p:cNvPr id="202" name="object 31">
              <a:extLst>
                <a:ext uri="{FF2B5EF4-FFF2-40B4-BE49-F238E27FC236}">
                  <a16:creationId xmlns:a16="http://schemas.microsoft.com/office/drawing/2014/main" id="{CFF04723-D440-F477-F267-DE7D15AA9440}"/>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3" name="object 32">
              <a:extLst>
                <a:ext uri="{FF2B5EF4-FFF2-40B4-BE49-F238E27FC236}">
                  <a16:creationId xmlns:a16="http://schemas.microsoft.com/office/drawing/2014/main" id="{D60E6A62-7D0B-98EE-96CE-6232CF2B8E6B}"/>
                </a:ext>
              </a:extLst>
            </p:cNvPr>
            <p:cNvPicPr/>
            <p:nvPr/>
          </p:nvPicPr>
          <p:blipFill>
            <a:blip r:embed="rId12" cstate="print"/>
            <a:stretch>
              <a:fillRect/>
            </a:stretch>
          </p:blipFill>
          <p:spPr>
            <a:xfrm>
              <a:off x="2792756" y="8440622"/>
              <a:ext cx="121894" cy="121894"/>
            </a:xfrm>
            <a:prstGeom prst="rect">
              <a:avLst/>
            </a:prstGeom>
          </p:spPr>
        </p:pic>
        <p:pic>
          <p:nvPicPr>
            <p:cNvPr id="204" name="object 34">
              <a:extLst>
                <a:ext uri="{FF2B5EF4-FFF2-40B4-BE49-F238E27FC236}">
                  <a16:creationId xmlns:a16="http://schemas.microsoft.com/office/drawing/2014/main" id="{51C74CC2-80E8-F52B-F82B-D5D8E24E609D}"/>
                </a:ext>
              </a:extLst>
            </p:cNvPr>
            <p:cNvPicPr/>
            <p:nvPr/>
          </p:nvPicPr>
          <p:blipFill>
            <a:blip r:embed="rId13" cstate="print"/>
            <a:stretch>
              <a:fillRect/>
            </a:stretch>
          </p:blipFill>
          <p:spPr>
            <a:xfrm>
              <a:off x="7639050" y="8440622"/>
              <a:ext cx="121894" cy="121894"/>
            </a:xfrm>
            <a:prstGeom prst="rect">
              <a:avLst/>
            </a:prstGeom>
          </p:spPr>
        </p:pic>
        <p:pic>
          <p:nvPicPr>
            <p:cNvPr id="205" name="object 36">
              <a:extLst>
                <a:ext uri="{FF2B5EF4-FFF2-40B4-BE49-F238E27FC236}">
                  <a16:creationId xmlns:a16="http://schemas.microsoft.com/office/drawing/2014/main" id="{C25CC207-CC7F-5CE8-D1A6-81C620AABFB4}"/>
                </a:ext>
              </a:extLst>
            </p:cNvPr>
            <p:cNvPicPr/>
            <p:nvPr/>
          </p:nvPicPr>
          <p:blipFill>
            <a:blip r:embed="rId12" cstate="print"/>
            <a:stretch>
              <a:fillRect/>
            </a:stretch>
          </p:blipFill>
          <p:spPr>
            <a:xfrm>
              <a:off x="12515850" y="8440622"/>
              <a:ext cx="121894" cy="121894"/>
            </a:xfrm>
            <a:prstGeom prst="rect">
              <a:avLst/>
            </a:prstGeom>
          </p:spPr>
        </p:pic>
      </p:grpSp>
      <p:grpSp>
        <p:nvGrpSpPr>
          <p:cNvPr id="206" name="object 30">
            <a:extLst>
              <a:ext uri="{FF2B5EF4-FFF2-40B4-BE49-F238E27FC236}">
                <a16:creationId xmlns:a16="http://schemas.microsoft.com/office/drawing/2014/main" id="{D5A982D6-953B-970F-5AAE-F2C0EE92B791}"/>
              </a:ext>
            </a:extLst>
          </p:cNvPr>
          <p:cNvGrpSpPr/>
          <p:nvPr/>
        </p:nvGrpSpPr>
        <p:grpSpPr>
          <a:xfrm>
            <a:off x="913625" y="9560233"/>
            <a:ext cx="13642340" cy="121894"/>
            <a:chOff x="912393" y="8440622"/>
            <a:chExt cx="13642340" cy="121894"/>
          </a:xfrm>
        </p:grpSpPr>
        <p:sp>
          <p:nvSpPr>
            <p:cNvPr id="207" name="object 31">
              <a:extLst>
                <a:ext uri="{FF2B5EF4-FFF2-40B4-BE49-F238E27FC236}">
                  <a16:creationId xmlns:a16="http://schemas.microsoft.com/office/drawing/2014/main" id="{4F5DEB29-3FDC-1277-C415-744AF43AE852}"/>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8" name="object 32">
              <a:extLst>
                <a:ext uri="{FF2B5EF4-FFF2-40B4-BE49-F238E27FC236}">
                  <a16:creationId xmlns:a16="http://schemas.microsoft.com/office/drawing/2014/main" id="{9B5C32D7-76E2-4B87-382F-19DBBEEAFF8C}"/>
                </a:ext>
              </a:extLst>
            </p:cNvPr>
            <p:cNvPicPr/>
            <p:nvPr/>
          </p:nvPicPr>
          <p:blipFill>
            <a:blip r:embed="rId12" cstate="print"/>
            <a:stretch>
              <a:fillRect/>
            </a:stretch>
          </p:blipFill>
          <p:spPr>
            <a:xfrm>
              <a:off x="2792756" y="8440622"/>
              <a:ext cx="121894" cy="121894"/>
            </a:xfrm>
            <a:prstGeom prst="rect">
              <a:avLst/>
            </a:prstGeom>
          </p:spPr>
        </p:pic>
        <p:pic>
          <p:nvPicPr>
            <p:cNvPr id="209" name="object 34">
              <a:extLst>
                <a:ext uri="{FF2B5EF4-FFF2-40B4-BE49-F238E27FC236}">
                  <a16:creationId xmlns:a16="http://schemas.microsoft.com/office/drawing/2014/main" id="{966A87D1-EB2F-5030-023D-156658277DBB}"/>
                </a:ext>
              </a:extLst>
            </p:cNvPr>
            <p:cNvPicPr/>
            <p:nvPr/>
          </p:nvPicPr>
          <p:blipFill>
            <a:blip r:embed="rId13" cstate="print"/>
            <a:stretch>
              <a:fillRect/>
            </a:stretch>
          </p:blipFill>
          <p:spPr>
            <a:xfrm>
              <a:off x="7639050" y="8440622"/>
              <a:ext cx="121894" cy="121894"/>
            </a:xfrm>
            <a:prstGeom prst="rect">
              <a:avLst/>
            </a:prstGeom>
          </p:spPr>
        </p:pic>
        <p:pic>
          <p:nvPicPr>
            <p:cNvPr id="210" name="object 36">
              <a:extLst>
                <a:ext uri="{FF2B5EF4-FFF2-40B4-BE49-F238E27FC236}">
                  <a16:creationId xmlns:a16="http://schemas.microsoft.com/office/drawing/2014/main" id="{221AC367-30FD-EA01-3DAE-E43933E96081}"/>
                </a:ext>
              </a:extLst>
            </p:cNvPr>
            <p:cNvPicPr/>
            <p:nvPr/>
          </p:nvPicPr>
          <p:blipFill>
            <a:blip r:embed="rId12" cstate="print"/>
            <a:stretch>
              <a:fillRect/>
            </a:stretch>
          </p:blipFill>
          <p:spPr>
            <a:xfrm>
              <a:off x="12515850" y="8440622"/>
              <a:ext cx="121894" cy="121894"/>
            </a:xfrm>
            <a:prstGeom prst="rect">
              <a:avLst/>
            </a:prstGeom>
          </p:spPr>
        </p:pic>
      </p:grpSp>
      <p:cxnSp>
        <p:nvCxnSpPr>
          <p:cNvPr id="218" name="Connettore diritto 217">
            <a:extLst>
              <a:ext uri="{FF2B5EF4-FFF2-40B4-BE49-F238E27FC236}">
                <a16:creationId xmlns:a16="http://schemas.microsoft.com/office/drawing/2014/main" id="{39704202-D220-397A-BAC8-019DFC8C800C}"/>
              </a:ext>
            </a:extLst>
          </p:cNvPr>
          <p:cNvCxnSpPr>
            <a:cxnSpLocks/>
          </p:cNvCxnSpPr>
          <p:nvPr/>
        </p:nvCxnSpPr>
        <p:spPr>
          <a:xfrm>
            <a:off x="912393" y="9064063"/>
            <a:ext cx="1978312" cy="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19" name="Connettore diritto 218">
            <a:extLst>
              <a:ext uri="{FF2B5EF4-FFF2-40B4-BE49-F238E27FC236}">
                <a16:creationId xmlns:a16="http://schemas.microsoft.com/office/drawing/2014/main" id="{6AD93B51-43BD-13BA-0795-E28DDAD87768}"/>
              </a:ext>
            </a:extLst>
          </p:cNvPr>
          <p:cNvCxnSpPr>
            <a:cxnSpLocks/>
          </p:cNvCxnSpPr>
          <p:nvPr/>
        </p:nvCxnSpPr>
        <p:spPr>
          <a:xfrm flipV="1">
            <a:off x="2799317" y="8812481"/>
            <a:ext cx="4846294" cy="27099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20" name="Connettore diritto 219">
            <a:extLst>
              <a:ext uri="{FF2B5EF4-FFF2-40B4-BE49-F238E27FC236}">
                <a16:creationId xmlns:a16="http://schemas.microsoft.com/office/drawing/2014/main" id="{6BD84E23-3261-9219-F5E8-4F9368F46615}"/>
              </a:ext>
            </a:extLst>
          </p:cNvPr>
          <p:cNvCxnSpPr>
            <a:cxnSpLocks/>
            <a:endCxn id="200" idx="3"/>
          </p:cNvCxnSpPr>
          <p:nvPr/>
        </p:nvCxnSpPr>
        <p:spPr>
          <a:xfrm>
            <a:off x="7645611" y="8804103"/>
            <a:ext cx="4992133" cy="25996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77494" y="2296667"/>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RICERCA  INFORMAZIONI</a:t>
            </a:r>
            <a:endParaRPr sz="1500" dirty="0">
              <a:latin typeface="Arial Black"/>
              <a:cs typeface="Arial Black"/>
            </a:endParaRPr>
          </a:p>
        </p:txBody>
      </p:sp>
      <p:grpSp>
        <p:nvGrpSpPr>
          <p:cNvPr id="6" name="object 6"/>
          <p:cNvGrpSpPr/>
          <p:nvPr/>
        </p:nvGrpSpPr>
        <p:grpSpPr>
          <a:xfrm>
            <a:off x="394135" y="2818213"/>
            <a:ext cx="14196060" cy="2744272"/>
            <a:chOff x="447085" y="2815336"/>
            <a:chExt cx="14196060" cy="5374005"/>
          </a:xfrm>
        </p:grpSpPr>
        <p:sp>
          <p:nvSpPr>
            <p:cNvPr id="7" name="object 7"/>
            <p:cNvSpPr/>
            <p:nvPr/>
          </p:nvSpPr>
          <p:spPr>
            <a:xfrm>
              <a:off x="567728" y="2815336"/>
              <a:ext cx="13933169" cy="5374005"/>
            </a:xfrm>
            <a:custGeom>
              <a:avLst/>
              <a:gdLst/>
              <a:ahLst/>
              <a:cxnLst/>
              <a:rect l="l" t="t" r="r" b="b"/>
              <a:pathLst>
                <a:path w="13933169" h="5374005">
                  <a:moveTo>
                    <a:pt x="13933169" y="0"/>
                  </a:moveTo>
                  <a:lnTo>
                    <a:pt x="0" y="0"/>
                  </a:lnTo>
                  <a:lnTo>
                    <a:pt x="0" y="5373814"/>
                  </a:lnTo>
                  <a:lnTo>
                    <a:pt x="13933169" y="5373814"/>
                  </a:lnTo>
                  <a:lnTo>
                    <a:pt x="13933169" y="0"/>
                  </a:lnTo>
                  <a:close/>
                </a:path>
              </a:pathLst>
            </a:custGeom>
            <a:solidFill>
              <a:srgbClr val="F5F5EF"/>
            </a:solidFill>
          </p:spPr>
          <p:txBody>
            <a:bodyPr wrap="square" lIns="0" tIns="0" rIns="0" bIns="0" rtlCol="0"/>
            <a:lstStyle/>
            <a:p>
              <a:endParaRPr dirty="0"/>
            </a:p>
          </p:txBody>
        </p:sp>
        <p:sp>
          <p:nvSpPr>
            <p:cNvPr id="8" name="object 8"/>
            <p:cNvSpPr/>
            <p:nvPr/>
          </p:nvSpPr>
          <p:spPr>
            <a:xfrm>
              <a:off x="447085" y="5502243"/>
              <a:ext cx="14196060" cy="0"/>
            </a:xfrm>
            <a:custGeom>
              <a:avLst/>
              <a:gdLst/>
              <a:ahLst/>
              <a:cxnLst/>
              <a:rect l="l" t="t" r="r" b="b"/>
              <a:pathLst>
                <a:path w="14196060">
                  <a:moveTo>
                    <a:pt x="0" y="0"/>
                  </a:moveTo>
                  <a:lnTo>
                    <a:pt x="14196009" y="0"/>
                  </a:lnTo>
                </a:path>
              </a:pathLst>
            </a:custGeom>
            <a:ln w="25400">
              <a:solidFill>
                <a:srgbClr val="FFFFFF"/>
              </a:solidFill>
            </a:ln>
          </p:spPr>
          <p:txBody>
            <a:bodyPr wrap="square" lIns="0" tIns="0" rIns="0" bIns="0" rtlCol="0"/>
            <a:lstStyle/>
            <a:p>
              <a:endParaRPr/>
            </a:p>
          </p:txBody>
        </p:sp>
      </p:grpSp>
      <p:pic>
        <p:nvPicPr>
          <p:cNvPr id="9" name="object 9"/>
          <p:cNvPicPr/>
          <p:nvPr/>
        </p:nvPicPr>
        <p:blipFill>
          <a:blip r:embed="rId2" cstate="print"/>
          <a:stretch>
            <a:fillRect/>
          </a:stretch>
        </p:blipFill>
        <p:spPr>
          <a:xfrm>
            <a:off x="598284" y="8361771"/>
            <a:ext cx="218909" cy="218922"/>
          </a:xfrm>
          <a:prstGeom prst="rect">
            <a:avLst/>
          </a:prstGeom>
        </p:spPr>
      </p:pic>
      <p:pic>
        <p:nvPicPr>
          <p:cNvPr id="10" name="object 10"/>
          <p:cNvPicPr/>
          <p:nvPr/>
        </p:nvPicPr>
        <p:blipFill>
          <a:blip r:embed="rId3" cstate="print"/>
          <a:stretch>
            <a:fillRect/>
          </a:stretch>
        </p:blipFill>
        <p:spPr>
          <a:xfrm>
            <a:off x="598284" y="9432710"/>
            <a:ext cx="218909" cy="218922"/>
          </a:xfrm>
          <a:prstGeom prst="rect">
            <a:avLst/>
          </a:prstGeom>
        </p:spPr>
      </p:pic>
      <p:pic>
        <p:nvPicPr>
          <p:cNvPr id="11" name="object 11"/>
          <p:cNvPicPr/>
          <p:nvPr/>
        </p:nvPicPr>
        <p:blipFill>
          <a:blip r:embed="rId4" cstate="print"/>
          <a:stretch>
            <a:fillRect/>
          </a:stretch>
        </p:blipFill>
        <p:spPr>
          <a:xfrm>
            <a:off x="598284" y="8897240"/>
            <a:ext cx="218909" cy="218922"/>
          </a:xfrm>
          <a:prstGeom prst="rect">
            <a:avLst/>
          </a:prstGeom>
        </p:spPr>
      </p:pic>
      <p:sp>
        <p:nvSpPr>
          <p:cNvPr id="41" name="object 41"/>
          <p:cNvSpPr txBox="1">
            <a:spLocks noGrp="1"/>
          </p:cNvSpPr>
          <p:nvPr>
            <p:ph type="title"/>
          </p:nvPr>
        </p:nvSpPr>
        <p:spPr>
          <a:xfrm>
            <a:off x="2063824" y="661213"/>
            <a:ext cx="3678545" cy="1292225"/>
          </a:xfrm>
          <a:prstGeom prst="rect">
            <a:avLst/>
          </a:prstGeom>
        </p:spPr>
        <p:txBody>
          <a:bodyPr vert="horz" wrap="square" lIns="0" tIns="55880" rIns="0" bIns="0" rtlCol="0">
            <a:spAutoFit/>
          </a:bodyPr>
          <a:lstStyle/>
          <a:p>
            <a:pPr marL="12700">
              <a:lnSpc>
                <a:spcPct val="100000"/>
              </a:lnSpc>
              <a:spcBef>
                <a:spcPts val="440"/>
              </a:spcBef>
            </a:pPr>
            <a:r>
              <a:rPr lang="it-IT" sz="5500" b="0" spc="-735" dirty="0">
                <a:latin typeface="Arial Black"/>
                <a:cs typeface="Arial Black"/>
              </a:rPr>
              <a:t>Alessandro</a:t>
            </a:r>
            <a:endParaRPr sz="5500" dirty="0">
              <a:latin typeface="Arial Black"/>
              <a:cs typeface="Arial Black"/>
            </a:endParaRPr>
          </a:p>
          <a:p>
            <a:pPr marL="37465">
              <a:lnSpc>
                <a:spcPct val="100000"/>
              </a:lnSpc>
              <a:spcBef>
                <a:spcPts val="150"/>
              </a:spcBef>
            </a:pPr>
            <a:r>
              <a:rPr lang="it-IT" sz="2400" b="0" spc="-310" dirty="0">
                <a:latin typeface="Arial Black"/>
                <a:cs typeface="Arial Black"/>
              </a:rPr>
              <a:t>L’analista preciso</a:t>
            </a:r>
            <a:endParaRPr sz="2400" dirty="0">
              <a:latin typeface="Arial Black"/>
              <a:cs typeface="Arial Black"/>
            </a:endParaRPr>
          </a:p>
        </p:txBody>
      </p:sp>
      <p:sp>
        <p:nvSpPr>
          <p:cNvPr id="43" name="object 43"/>
          <p:cNvSpPr txBox="1"/>
          <p:nvPr/>
        </p:nvSpPr>
        <p:spPr>
          <a:xfrm rot="2700000">
            <a:off x="14099138" y="419542"/>
            <a:ext cx="956855" cy="215900"/>
          </a:xfrm>
          <a:prstGeom prst="rect">
            <a:avLst/>
          </a:prstGeom>
        </p:spPr>
        <p:txBody>
          <a:bodyPr vert="horz" wrap="square" lIns="0" tIns="0" rIns="0" bIns="0" rtlCol="0">
            <a:spAutoFit/>
          </a:bodyPr>
          <a:lstStyle/>
          <a:p>
            <a:pPr>
              <a:lnSpc>
                <a:spcPts val="1600"/>
              </a:lnSpc>
            </a:pPr>
            <a:r>
              <a:rPr sz="1700" b="1" spc="60" dirty="0">
                <a:solidFill>
                  <a:srgbClr val="FFFFFF"/>
                </a:solidFill>
                <a:latin typeface="Trebuchet MS"/>
                <a:cs typeface="Trebuchet MS"/>
              </a:rPr>
              <a:t>ESEMPIO</a:t>
            </a:r>
            <a:endParaRPr sz="1700" dirty="0">
              <a:latin typeface="Trebuchet MS"/>
              <a:cs typeface="Trebuchet MS"/>
            </a:endParaRPr>
          </a:p>
        </p:txBody>
      </p:sp>
      <p:sp>
        <p:nvSpPr>
          <p:cNvPr id="44" name="object 44"/>
          <p:cNvSpPr/>
          <p:nvPr/>
        </p:nvSpPr>
        <p:spPr>
          <a:xfrm>
            <a:off x="750968" y="9917215"/>
            <a:ext cx="142240" cy="358140"/>
          </a:xfrm>
          <a:custGeom>
            <a:avLst/>
            <a:gdLst/>
            <a:ahLst/>
            <a:cxnLst/>
            <a:rect l="l" t="t" r="r" b="b"/>
            <a:pathLst>
              <a:path w="142240" h="358140">
                <a:moveTo>
                  <a:pt x="73672" y="0"/>
                </a:moveTo>
                <a:lnTo>
                  <a:pt x="0" y="0"/>
                </a:lnTo>
                <a:lnTo>
                  <a:pt x="0" y="253453"/>
                </a:lnTo>
                <a:lnTo>
                  <a:pt x="4045" y="303168"/>
                </a:lnTo>
                <a:lnTo>
                  <a:pt x="17935" y="335360"/>
                </a:lnTo>
                <a:lnTo>
                  <a:pt x="44298" y="352710"/>
                </a:lnTo>
                <a:lnTo>
                  <a:pt x="85763" y="357898"/>
                </a:lnTo>
                <a:lnTo>
                  <a:pt x="97461" y="357769"/>
                </a:lnTo>
                <a:lnTo>
                  <a:pt x="107202" y="356868"/>
                </a:lnTo>
                <a:lnTo>
                  <a:pt x="120240" y="354421"/>
                </a:lnTo>
                <a:lnTo>
                  <a:pt x="141833" y="349656"/>
                </a:lnTo>
                <a:lnTo>
                  <a:pt x="138544" y="290817"/>
                </a:lnTo>
                <a:lnTo>
                  <a:pt x="96761" y="291922"/>
                </a:lnTo>
                <a:lnTo>
                  <a:pt x="83413" y="289518"/>
                </a:lnTo>
                <a:lnTo>
                  <a:pt x="76558" y="282167"/>
                </a:lnTo>
                <a:lnTo>
                  <a:pt x="74033" y="269660"/>
                </a:lnTo>
                <a:lnTo>
                  <a:pt x="73672" y="251790"/>
                </a:lnTo>
                <a:lnTo>
                  <a:pt x="73672" y="139090"/>
                </a:lnTo>
                <a:lnTo>
                  <a:pt x="141287" y="139090"/>
                </a:lnTo>
                <a:lnTo>
                  <a:pt x="141287" y="76415"/>
                </a:lnTo>
                <a:lnTo>
                  <a:pt x="73672" y="76415"/>
                </a:lnTo>
                <a:lnTo>
                  <a:pt x="73672" y="0"/>
                </a:lnTo>
                <a:close/>
              </a:path>
            </a:pathLst>
          </a:custGeom>
          <a:solidFill>
            <a:srgbClr val="0066CC"/>
          </a:solidFill>
        </p:spPr>
        <p:txBody>
          <a:bodyPr wrap="square" lIns="0" tIns="0" rIns="0" bIns="0" rtlCol="0"/>
          <a:lstStyle/>
          <a:p>
            <a:endParaRPr/>
          </a:p>
        </p:txBody>
      </p:sp>
      <p:sp>
        <p:nvSpPr>
          <p:cNvPr id="45" name="object 45"/>
          <p:cNvSpPr/>
          <p:nvPr/>
        </p:nvSpPr>
        <p:spPr>
          <a:xfrm>
            <a:off x="599617" y="9993884"/>
            <a:ext cx="71120" cy="274955"/>
          </a:xfrm>
          <a:custGeom>
            <a:avLst/>
            <a:gdLst/>
            <a:ahLst/>
            <a:cxnLst/>
            <a:rect l="l" t="t" r="r" b="b"/>
            <a:pathLst>
              <a:path w="71120" h="274954">
                <a:moveTo>
                  <a:pt x="70916" y="0"/>
                </a:moveTo>
                <a:lnTo>
                  <a:pt x="0" y="0"/>
                </a:lnTo>
                <a:lnTo>
                  <a:pt x="0" y="274574"/>
                </a:lnTo>
                <a:lnTo>
                  <a:pt x="70916" y="274574"/>
                </a:lnTo>
                <a:lnTo>
                  <a:pt x="70916" y="0"/>
                </a:lnTo>
                <a:close/>
              </a:path>
            </a:pathLst>
          </a:custGeom>
          <a:solidFill>
            <a:srgbClr val="0066CC"/>
          </a:solidFill>
        </p:spPr>
        <p:txBody>
          <a:bodyPr wrap="square" lIns="0" tIns="0" rIns="0" bIns="0" rtlCol="0"/>
          <a:lstStyle/>
          <a:p>
            <a:endParaRPr/>
          </a:p>
        </p:txBody>
      </p:sp>
      <p:pic>
        <p:nvPicPr>
          <p:cNvPr id="46" name="object 46"/>
          <p:cNvPicPr/>
          <p:nvPr/>
        </p:nvPicPr>
        <p:blipFill>
          <a:blip r:embed="rId5" cstate="print"/>
          <a:stretch>
            <a:fillRect/>
          </a:stretch>
        </p:blipFill>
        <p:spPr>
          <a:xfrm>
            <a:off x="441189" y="9985137"/>
            <a:ext cx="89992" cy="89992"/>
          </a:xfrm>
          <a:prstGeom prst="rect">
            <a:avLst/>
          </a:prstGeom>
        </p:spPr>
      </p:pic>
      <p:grpSp>
        <p:nvGrpSpPr>
          <p:cNvPr id="47" name="object 47"/>
          <p:cNvGrpSpPr/>
          <p:nvPr/>
        </p:nvGrpSpPr>
        <p:grpSpPr>
          <a:xfrm>
            <a:off x="996483" y="9979110"/>
            <a:ext cx="932180" cy="259715"/>
            <a:chOff x="996483" y="9979110"/>
            <a:chExt cx="932180" cy="259715"/>
          </a:xfrm>
        </p:grpSpPr>
        <p:pic>
          <p:nvPicPr>
            <p:cNvPr id="48" name="object 48"/>
            <p:cNvPicPr/>
            <p:nvPr/>
          </p:nvPicPr>
          <p:blipFill>
            <a:blip r:embed="rId6" cstate="print"/>
            <a:stretch>
              <a:fillRect/>
            </a:stretch>
          </p:blipFill>
          <p:spPr>
            <a:xfrm>
              <a:off x="1632153" y="9979114"/>
              <a:ext cx="296191" cy="100756"/>
            </a:xfrm>
            <a:prstGeom prst="rect">
              <a:avLst/>
            </a:prstGeom>
          </p:spPr>
        </p:pic>
        <p:pic>
          <p:nvPicPr>
            <p:cNvPr id="49" name="object 49"/>
            <p:cNvPicPr/>
            <p:nvPr/>
          </p:nvPicPr>
          <p:blipFill>
            <a:blip r:embed="rId7" cstate="print"/>
            <a:stretch>
              <a:fillRect/>
            </a:stretch>
          </p:blipFill>
          <p:spPr>
            <a:xfrm>
              <a:off x="996483" y="9979110"/>
              <a:ext cx="852966" cy="259433"/>
            </a:xfrm>
            <a:prstGeom prst="rect">
              <a:avLst/>
            </a:prstGeom>
          </p:spPr>
        </p:pic>
      </p:grpSp>
      <p:sp>
        <p:nvSpPr>
          <p:cNvPr id="52" name="object 52"/>
          <p:cNvSpPr txBox="1"/>
          <p:nvPr/>
        </p:nvSpPr>
        <p:spPr>
          <a:xfrm>
            <a:off x="576000" y="2818213"/>
            <a:ext cx="4044992" cy="1040670"/>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Cerca le informazioni riguardanti i dati delle squadre con maggiore statistica BTTS</a:t>
            </a:r>
            <a:endParaRPr sz="1600" dirty="0">
              <a:latin typeface="Lucida Sans Unicode"/>
              <a:cs typeface="Lucida Sans Unicode"/>
            </a:endParaRPr>
          </a:p>
        </p:txBody>
      </p:sp>
      <p:sp>
        <p:nvSpPr>
          <p:cNvPr id="59" name="object 59"/>
          <p:cNvSpPr txBox="1"/>
          <p:nvPr/>
        </p:nvSpPr>
        <p:spPr>
          <a:xfrm>
            <a:off x="4461607" y="6048073"/>
            <a:ext cx="159385" cy="375920"/>
          </a:xfrm>
          <a:prstGeom prst="rect">
            <a:avLst/>
          </a:prstGeom>
        </p:spPr>
        <p:txBody>
          <a:bodyPr vert="horz" wrap="square" lIns="0" tIns="12700" rIns="0" bIns="0" rtlCol="0">
            <a:spAutoFit/>
          </a:bodyPr>
          <a:lstStyle/>
          <a:p>
            <a:pPr marL="12700">
              <a:lnSpc>
                <a:spcPct val="100000"/>
              </a:lnSpc>
              <a:spcBef>
                <a:spcPts val="100"/>
              </a:spcBef>
            </a:pPr>
            <a:r>
              <a:rPr sz="2300" spc="-330" dirty="0">
                <a:solidFill>
                  <a:srgbClr val="00C5C9"/>
                </a:solidFill>
                <a:latin typeface="Lucida Sans Unicode"/>
                <a:cs typeface="Lucida Sans Unicode"/>
              </a:rPr>
              <a:t>-</a:t>
            </a:r>
            <a:endParaRPr sz="2300">
              <a:latin typeface="Lucida Sans Unicode"/>
              <a:cs typeface="Lucida Sans Unicode"/>
            </a:endParaRPr>
          </a:p>
        </p:txBody>
      </p:sp>
      <p:grpSp>
        <p:nvGrpSpPr>
          <p:cNvPr id="93" name="object 6">
            <a:extLst>
              <a:ext uri="{FF2B5EF4-FFF2-40B4-BE49-F238E27FC236}">
                <a16:creationId xmlns:a16="http://schemas.microsoft.com/office/drawing/2014/main" id="{FF4F69BF-066F-C3EB-77EA-37A7A61AAF0C}"/>
              </a:ext>
            </a:extLst>
          </p:cNvPr>
          <p:cNvGrpSpPr/>
          <p:nvPr/>
        </p:nvGrpSpPr>
        <p:grpSpPr>
          <a:xfrm>
            <a:off x="431866" y="5619156"/>
            <a:ext cx="14196060" cy="2602622"/>
            <a:chOff x="447085" y="2815336"/>
            <a:chExt cx="14196060" cy="5374005"/>
          </a:xfrm>
        </p:grpSpPr>
        <p:sp>
          <p:nvSpPr>
            <p:cNvPr id="94" name="object 7">
              <a:extLst>
                <a:ext uri="{FF2B5EF4-FFF2-40B4-BE49-F238E27FC236}">
                  <a16:creationId xmlns:a16="http://schemas.microsoft.com/office/drawing/2014/main" id="{78488113-CD06-7FCF-9A88-D4BABB63D4D0}"/>
                </a:ext>
              </a:extLst>
            </p:cNvPr>
            <p:cNvSpPr/>
            <p:nvPr/>
          </p:nvSpPr>
          <p:spPr>
            <a:xfrm>
              <a:off x="567728" y="2815336"/>
              <a:ext cx="13933169" cy="5374005"/>
            </a:xfrm>
            <a:custGeom>
              <a:avLst/>
              <a:gdLst/>
              <a:ahLst/>
              <a:cxnLst/>
              <a:rect l="l" t="t" r="r" b="b"/>
              <a:pathLst>
                <a:path w="13933169" h="5374005">
                  <a:moveTo>
                    <a:pt x="13933169" y="0"/>
                  </a:moveTo>
                  <a:lnTo>
                    <a:pt x="0" y="0"/>
                  </a:lnTo>
                  <a:lnTo>
                    <a:pt x="0" y="5373814"/>
                  </a:lnTo>
                  <a:lnTo>
                    <a:pt x="13933169" y="5373814"/>
                  </a:lnTo>
                  <a:lnTo>
                    <a:pt x="13933169" y="0"/>
                  </a:lnTo>
                  <a:close/>
                </a:path>
              </a:pathLst>
            </a:custGeom>
            <a:solidFill>
              <a:srgbClr val="F5F5EF"/>
            </a:solidFill>
          </p:spPr>
          <p:txBody>
            <a:bodyPr wrap="square" lIns="0" tIns="0" rIns="0" bIns="0" rtlCol="0"/>
            <a:lstStyle/>
            <a:p>
              <a:endParaRPr/>
            </a:p>
          </p:txBody>
        </p:sp>
        <p:sp>
          <p:nvSpPr>
            <p:cNvPr id="95" name="object 8">
              <a:extLst>
                <a:ext uri="{FF2B5EF4-FFF2-40B4-BE49-F238E27FC236}">
                  <a16:creationId xmlns:a16="http://schemas.microsoft.com/office/drawing/2014/main" id="{49AF18DA-C6B7-1D12-7D60-EE02CB27ED78}"/>
                </a:ext>
              </a:extLst>
            </p:cNvPr>
            <p:cNvSpPr/>
            <p:nvPr/>
          </p:nvSpPr>
          <p:spPr>
            <a:xfrm>
              <a:off x="447085" y="5502243"/>
              <a:ext cx="14196060" cy="0"/>
            </a:xfrm>
            <a:custGeom>
              <a:avLst/>
              <a:gdLst/>
              <a:ahLst/>
              <a:cxnLst/>
              <a:rect l="l" t="t" r="r" b="b"/>
              <a:pathLst>
                <a:path w="14196060">
                  <a:moveTo>
                    <a:pt x="0" y="0"/>
                  </a:moveTo>
                  <a:lnTo>
                    <a:pt x="14196009" y="0"/>
                  </a:lnTo>
                </a:path>
              </a:pathLst>
            </a:custGeom>
            <a:ln w="25400">
              <a:solidFill>
                <a:srgbClr val="FFFFFF"/>
              </a:solidFill>
            </a:ln>
          </p:spPr>
          <p:txBody>
            <a:bodyPr wrap="square" lIns="0" tIns="0" rIns="0" bIns="0" rtlCol="0"/>
            <a:lstStyle/>
            <a:p>
              <a:endParaRPr/>
            </a:p>
          </p:txBody>
        </p:sp>
      </p:grpSp>
      <p:sp>
        <p:nvSpPr>
          <p:cNvPr id="96" name="object 52">
            <a:extLst>
              <a:ext uri="{FF2B5EF4-FFF2-40B4-BE49-F238E27FC236}">
                <a16:creationId xmlns:a16="http://schemas.microsoft.com/office/drawing/2014/main" id="{1CD5F028-CDB8-1421-58B2-4A956C17CEEC}"/>
              </a:ext>
            </a:extLst>
          </p:cNvPr>
          <p:cNvSpPr txBox="1"/>
          <p:nvPr/>
        </p:nvSpPr>
        <p:spPr>
          <a:xfrm>
            <a:off x="595846" y="4301710"/>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Alessandro</a:t>
            </a:r>
            <a:endParaRPr dirty="0">
              <a:latin typeface="Lucida Sans Unicode"/>
              <a:cs typeface="Lucida Sans Unicode"/>
            </a:endParaRPr>
          </a:p>
        </p:txBody>
      </p:sp>
      <p:sp>
        <p:nvSpPr>
          <p:cNvPr id="97" name="object 52">
            <a:extLst>
              <a:ext uri="{FF2B5EF4-FFF2-40B4-BE49-F238E27FC236}">
                <a16:creationId xmlns:a16="http://schemas.microsoft.com/office/drawing/2014/main" id="{5401679A-EAD1-EC17-EEE9-159D88A280A8}"/>
              </a:ext>
            </a:extLst>
          </p:cNvPr>
          <p:cNvSpPr txBox="1"/>
          <p:nvPr/>
        </p:nvSpPr>
        <p:spPr>
          <a:xfrm>
            <a:off x="578932" y="5553902"/>
            <a:ext cx="4042060" cy="1295226"/>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200" dirty="0">
              <a:latin typeface="Arial Black"/>
              <a:cs typeface="Arial Black"/>
            </a:endParaRPr>
          </a:p>
          <a:p>
            <a:pPr marL="12700" marR="5080"/>
            <a:r>
              <a:rPr lang="it-IT" sz="1400" spc="-155" dirty="0">
                <a:solidFill>
                  <a:srgbClr val="00C5C9"/>
                </a:solidFill>
                <a:latin typeface="Lucida Sans Unicode"/>
                <a:cs typeface="Lucida Sans Unicode"/>
              </a:rPr>
              <a:t>Deve cercare nella barra di ricerca del sito “Statistiche”, dopo averci cliccato si apre un menu a tendina e si deve selezionare BTTS. In questo modo si arriva alla pagina dei BTTS</a:t>
            </a:r>
            <a:endParaRPr sz="1400" spc="-155" dirty="0">
              <a:solidFill>
                <a:srgbClr val="00C5C9"/>
              </a:solidFill>
              <a:latin typeface="Lucida Sans Unicode"/>
              <a:cs typeface="Lucida Sans Unicode"/>
            </a:endParaRPr>
          </a:p>
        </p:txBody>
      </p:sp>
      <p:sp>
        <p:nvSpPr>
          <p:cNvPr id="98" name="object 52">
            <a:extLst>
              <a:ext uri="{FF2B5EF4-FFF2-40B4-BE49-F238E27FC236}">
                <a16:creationId xmlns:a16="http://schemas.microsoft.com/office/drawing/2014/main" id="{6C4AA36C-C71E-6DE1-B764-ADA0BB862535}"/>
              </a:ext>
            </a:extLst>
          </p:cNvPr>
          <p:cNvSpPr txBox="1"/>
          <p:nvPr/>
        </p:nvSpPr>
        <p:spPr>
          <a:xfrm>
            <a:off x="603501" y="7075023"/>
            <a:ext cx="4017491" cy="1048364"/>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Alessandro trova molte informazioni per lui inutili e che gli rendono la pagina pesante</a:t>
            </a:r>
            <a:endParaRPr dirty="0">
              <a:latin typeface="Lucida Sans Unicode"/>
              <a:cs typeface="Lucida Sans Unicode"/>
            </a:endParaRPr>
          </a:p>
        </p:txBody>
      </p:sp>
      <p:sp>
        <p:nvSpPr>
          <p:cNvPr id="99" name="object 2">
            <a:extLst>
              <a:ext uri="{FF2B5EF4-FFF2-40B4-BE49-F238E27FC236}">
                <a16:creationId xmlns:a16="http://schemas.microsoft.com/office/drawing/2014/main" id="{29C274E2-4763-570C-6AE6-9E8389AEB569}"/>
              </a:ext>
            </a:extLst>
          </p:cNvPr>
          <p:cNvSpPr txBox="1"/>
          <p:nvPr/>
        </p:nvSpPr>
        <p:spPr>
          <a:xfrm>
            <a:off x="10458835"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RICEVERE ASSISTENZA</a:t>
            </a:r>
            <a:endParaRPr sz="1500" dirty="0">
              <a:latin typeface="Arial Black"/>
              <a:cs typeface="Arial Black"/>
            </a:endParaRPr>
          </a:p>
        </p:txBody>
      </p:sp>
      <p:sp>
        <p:nvSpPr>
          <p:cNvPr id="100" name="object 2">
            <a:extLst>
              <a:ext uri="{FF2B5EF4-FFF2-40B4-BE49-F238E27FC236}">
                <a16:creationId xmlns:a16="http://schemas.microsoft.com/office/drawing/2014/main" id="{305E3018-82A4-6320-C9C2-55FF7709FA39}"/>
              </a:ext>
            </a:extLst>
          </p:cNvPr>
          <p:cNvSpPr txBox="1"/>
          <p:nvPr/>
        </p:nvSpPr>
        <p:spPr>
          <a:xfrm>
            <a:off x="5493671"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USARE  SERVIZIO</a:t>
            </a:r>
            <a:endParaRPr sz="1500" dirty="0">
              <a:latin typeface="Arial Black"/>
              <a:cs typeface="Arial Black"/>
            </a:endParaRPr>
          </a:p>
        </p:txBody>
      </p:sp>
      <p:sp>
        <p:nvSpPr>
          <p:cNvPr id="102" name="object 52">
            <a:extLst>
              <a:ext uri="{FF2B5EF4-FFF2-40B4-BE49-F238E27FC236}">
                <a16:creationId xmlns:a16="http://schemas.microsoft.com/office/drawing/2014/main" id="{1AB8B358-DF42-1AC1-AC8D-BB75079DC5FD}"/>
              </a:ext>
            </a:extLst>
          </p:cNvPr>
          <p:cNvSpPr txBox="1"/>
          <p:nvPr/>
        </p:nvSpPr>
        <p:spPr>
          <a:xfrm>
            <a:off x="5492177" y="2925492"/>
            <a:ext cx="4044992" cy="1040670"/>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Analizza le squadre e i campionati con maggiore indice </a:t>
            </a:r>
            <a:r>
              <a:rPr lang="it-IT" sz="1600" spc="-155" dirty="0" err="1">
                <a:solidFill>
                  <a:srgbClr val="00C5C9"/>
                </a:solidFill>
                <a:latin typeface="Lucida Sans Unicode"/>
                <a:cs typeface="Lucida Sans Unicode"/>
              </a:rPr>
              <a:t>xG</a:t>
            </a:r>
            <a:r>
              <a:rPr lang="it-IT" sz="1600" spc="-155" dirty="0">
                <a:solidFill>
                  <a:srgbClr val="00C5C9"/>
                </a:solidFill>
                <a:latin typeface="Lucida Sans Unicode"/>
                <a:cs typeface="Lucida Sans Unicode"/>
              </a:rPr>
              <a:t>, facendo una ricerca incrociata</a:t>
            </a:r>
            <a:endParaRPr sz="1600" dirty="0">
              <a:latin typeface="Lucida Sans Unicode"/>
              <a:cs typeface="Lucida Sans Unicode"/>
            </a:endParaRPr>
          </a:p>
        </p:txBody>
      </p:sp>
      <p:sp>
        <p:nvSpPr>
          <p:cNvPr id="103" name="object 52">
            <a:extLst>
              <a:ext uri="{FF2B5EF4-FFF2-40B4-BE49-F238E27FC236}">
                <a16:creationId xmlns:a16="http://schemas.microsoft.com/office/drawing/2014/main" id="{C7CA6673-F10A-EAA2-0B9D-6602DFB55F8A}"/>
              </a:ext>
            </a:extLst>
          </p:cNvPr>
          <p:cNvSpPr txBox="1"/>
          <p:nvPr/>
        </p:nvSpPr>
        <p:spPr>
          <a:xfrm>
            <a:off x="10408354" y="2870109"/>
            <a:ext cx="4044992" cy="1048364"/>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Scarica i dati che ha elaborato sotto formato csv</a:t>
            </a:r>
            <a:endParaRPr dirty="0">
              <a:latin typeface="Lucida Sans Unicode"/>
              <a:cs typeface="Lucida Sans Unicode"/>
            </a:endParaRPr>
          </a:p>
        </p:txBody>
      </p:sp>
      <p:sp>
        <p:nvSpPr>
          <p:cNvPr id="104" name="object 52">
            <a:extLst>
              <a:ext uri="{FF2B5EF4-FFF2-40B4-BE49-F238E27FC236}">
                <a16:creationId xmlns:a16="http://schemas.microsoft.com/office/drawing/2014/main" id="{E00E83CC-9D18-637E-6946-2812F6AD9B0C}"/>
              </a:ext>
            </a:extLst>
          </p:cNvPr>
          <p:cNvSpPr txBox="1"/>
          <p:nvPr/>
        </p:nvSpPr>
        <p:spPr>
          <a:xfrm>
            <a:off x="5597015"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Alessandro</a:t>
            </a:r>
            <a:endParaRPr dirty="0">
              <a:latin typeface="Lucida Sans Unicode"/>
              <a:cs typeface="Lucida Sans Unicode"/>
            </a:endParaRPr>
          </a:p>
        </p:txBody>
      </p:sp>
      <p:sp>
        <p:nvSpPr>
          <p:cNvPr id="105" name="object 52">
            <a:extLst>
              <a:ext uri="{FF2B5EF4-FFF2-40B4-BE49-F238E27FC236}">
                <a16:creationId xmlns:a16="http://schemas.microsoft.com/office/drawing/2014/main" id="{48B5B760-418C-3DBD-5760-0A6D900C58E5}"/>
              </a:ext>
            </a:extLst>
          </p:cNvPr>
          <p:cNvSpPr txBox="1"/>
          <p:nvPr/>
        </p:nvSpPr>
        <p:spPr>
          <a:xfrm>
            <a:off x="10497969"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Alessandro</a:t>
            </a:r>
            <a:endParaRPr dirty="0">
              <a:latin typeface="Lucida Sans Unicode"/>
              <a:cs typeface="Lucida Sans Unicode"/>
            </a:endParaRPr>
          </a:p>
        </p:txBody>
      </p:sp>
      <p:sp>
        <p:nvSpPr>
          <p:cNvPr id="106" name="object 52">
            <a:extLst>
              <a:ext uri="{FF2B5EF4-FFF2-40B4-BE49-F238E27FC236}">
                <a16:creationId xmlns:a16="http://schemas.microsoft.com/office/drawing/2014/main" id="{9E89390E-A09F-1B51-540F-E13576CD125D}"/>
              </a:ext>
            </a:extLst>
          </p:cNvPr>
          <p:cNvSpPr txBox="1"/>
          <p:nvPr/>
        </p:nvSpPr>
        <p:spPr>
          <a:xfrm>
            <a:off x="5513328" y="5500476"/>
            <a:ext cx="4259322" cy="1495281"/>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100" dirty="0">
              <a:latin typeface="Arial Black"/>
              <a:cs typeface="Arial Black"/>
            </a:endParaRPr>
          </a:p>
          <a:p>
            <a:pPr marL="12700" marR="5080"/>
            <a:r>
              <a:rPr lang="it-IT" sz="1400" spc="-155" dirty="0">
                <a:solidFill>
                  <a:srgbClr val="00C5C9"/>
                </a:solidFill>
                <a:latin typeface="Lucida Sans Unicode"/>
                <a:cs typeface="Lucida Sans Unicode"/>
              </a:rPr>
              <a:t>Deve cercare nella barra di ricerca del sito “Statistiche”, dopo averci cliccato si apre un menu a tendina e si deve selezionare </a:t>
            </a:r>
            <a:r>
              <a:rPr lang="it-IT" sz="1400" spc="-155" dirty="0" err="1">
                <a:solidFill>
                  <a:srgbClr val="00C5C9"/>
                </a:solidFill>
                <a:latin typeface="Lucida Sans Unicode"/>
                <a:cs typeface="Lucida Sans Unicode"/>
              </a:rPr>
              <a:t>xG</a:t>
            </a:r>
            <a:r>
              <a:rPr lang="it-IT" sz="1400" spc="-155" dirty="0">
                <a:solidFill>
                  <a:srgbClr val="00C5C9"/>
                </a:solidFill>
                <a:latin typeface="Lucida Sans Unicode"/>
                <a:cs typeface="Lucida Sans Unicode"/>
              </a:rPr>
              <a:t>. In questo modo arriva alla pagina degli </a:t>
            </a:r>
            <a:r>
              <a:rPr lang="it-IT" sz="1400" spc="-155" dirty="0" err="1">
                <a:solidFill>
                  <a:srgbClr val="00C5C9"/>
                </a:solidFill>
                <a:latin typeface="Lucida Sans Unicode"/>
                <a:cs typeface="Lucida Sans Unicode"/>
              </a:rPr>
              <a:t>xG</a:t>
            </a:r>
            <a:r>
              <a:rPr lang="it-IT" sz="1400" spc="-155" dirty="0">
                <a:solidFill>
                  <a:srgbClr val="00C5C9"/>
                </a:solidFill>
                <a:latin typeface="Lucida Sans Unicode"/>
                <a:cs typeface="Lucida Sans Unicode"/>
              </a:rPr>
              <a:t>, dove può usare i filtri e la selezione dei dati per selezionare e incrociare le informazioni che desidera</a:t>
            </a:r>
            <a:endParaRPr sz="1400" spc="-155" dirty="0">
              <a:solidFill>
                <a:srgbClr val="00C5C9"/>
              </a:solidFill>
              <a:latin typeface="Lucida Sans Unicode"/>
              <a:cs typeface="Lucida Sans Unicode"/>
            </a:endParaRPr>
          </a:p>
        </p:txBody>
      </p:sp>
      <p:sp>
        <p:nvSpPr>
          <p:cNvPr id="107" name="object 52">
            <a:extLst>
              <a:ext uri="{FF2B5EF4-FFF2-40B4-BE49-F238E27FC236}">
                <a16:creationId xmlns:a16="http://schemas.microsoft.com/office/drawing/2014/main" id="{450DDC5A-13D1-DFB5-53DC-C0FB5E1B01F9}"/>
              </a:ext>
            </a:extLst>
          </p:cNvPr>
          <p:cNvSpPr txBox="1"/>
          <p:nvPr/>
        </p:nvSpPr>
        <p:spPr>
          <a:xfrm>
            <a:off x="10411286" y="5602442"/>
            <a:ext cx="4042060" cy="1279838"/>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p>
          <a:p>
            <a:pPr>
              <a:spcBef>
                <a:spcPts val="25"/>
              </a:spcBef>
            </a:pPr>
            <a:endParaRPr lang="it-IT" sz="1100" dirty="0">
              <a:latin typeface="Arial Black"/>
              <a:cs typeface="Arial Black"/>
            </a:endParaRPr>
          </a:p>
          <a:p>
            <a:pPr marL="12700" marR="5080"/>
            <a:r>
              <a:rPr lang="it-IT" sz="1400" spc="-155" dirty="0">
                <a:solidFill>
                  <a:srgbClr val="00C5C9"/>
                </a:solidFill>
                <a:latin typeface="Lucida Sans Unicode"/>
                <a:cs typeface="Lucida Sans Unicode"/>
              </a:rPr>
              <a:t>Deve cercare nella barra di ricerca del sito “Statistiche”, dopo averci cliccato si apre un menu a tendina e si deve selezionare Scaricare csv, in questo modo si possono scaricare i dati ottenuti</a:t>
            </a:r>
          </a:p>
        </p:txBody>
      </p:sp>
      <p:sp>
        <p:nvSpPr>
          <p:cNvPr id="108" name="object 52">
            <a:extLst>
              <a:ext uri="{FF2B5EF4-FFF2-40B4-BE49-F238E27FC236}">
                <a16:creationId xmlns:a16="http://schemas.microsoft.com/office/drawing/2014/main" id="{5BADF761-A4CA-EF33-CE51-F99524828E04}"/>
              </a:ext>
            </a:extLst>
          </p:cNvPr>
          <p:cNvSpPr txBox="1"/>
          <p:nvPr/>
        </p:nvSpPr>
        <p:spPr>
          <a:xfrm>
            <a:off x="5519678" y="7069518"/>
            <a:ext cx="4017491" cy="1246495"/>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p>
          <a:p>
            <a:pPr marL="15875">
              <a:lnSpc>
                <a:spcPct val="100000"/>
              </a:lnSpc>
              <a:spcBef>
                <a:spcPts val="740"/>
              </a:spcBef>
            </a:pPr>
            <a:r>
              <a:rPr lang="it-IT" sz="1100" spc="-155" dirty="0">
                <a:solidFill>
                  <a:srgbClr val="00C5C9"/>
                </a:solidFill>
                <a:latin typeface="Lucida Sans Unicode"/>
                <a:cs typeface="Lucida Sans Unicode"/>
              </a:rPr>
              <a:t> </a:t>
            </a:r>
            <a:r>
              <a:rPr lang="it-IT" sz="1600" spc="-155" dirty="0">
                <a:solidFill>
                  <a:srgbClr val="00C5C9"/>
                </a:solidFill>
                <a:latin typeface="Lucida Sans Unicode"/>
                <a:cs typeface="Lucida Sans Unicode"/>
              </a:rPr>
              <a:t>Problemi nell’unione dei dati essendo presenti comandi diversi rispetto ai siti che normalmente usa per lavorare</a:t>
            </a:r>
            <a:r>
              <a:rPr lang="it-IT" sz="1100" spc="-155" dirty="0">
                <a:solidFill>
                  <a:srgbClr val="00C5C9"/>
                </a:solidFill>
                <a:latin typeface="Lucida Sans Unicode"/>
                <a:cs typeface="Lucida Sans Unicode"/>
              </a:rPr>
              <a:t> </a:t>
            </a:r>
            <a:endParaRPr sz="1100" dirty="0">
              <a:latin typeface="Arial Black"/>
              <a:cs typeface="Arial Black"/>
            </a:endParaRPr>
          </a:p>
          <a:p>
            <a:pPr>
              <a:lnSpc>
                <a:spcPct val="100000"/>
              </a:lnSpc>
              <a:spcBef>
                <a:spcPts val="25"/>
              </a:spcBef>
            </a:pPr>
            <a:endParaRPr sz="1100" dirty="0">
              <a:latin typeface="Arial Black"/>
              <a:cs typeface="Arial Black"/>
            </a:endParaRPr>
          </a:p>
        </p:txBody>
      </p:sp>
      <p:sp>
        <p:nvSpPr>
          <p:cNvPr id="109" name="object 52">
            <a:extLst>
              <a:ext uri="{FF2B5EF4-FFF2-40B4-BE49-F238E27FC236}">
                <a16:creationId xmlns:a16="http://schemas.microsoft.com/office/drawing/2014/main" id="{F3A8E2AD-AFE8-4564-01A2-2AF9A12C7B65}"/>
              </a:ext>
            </a:extLst>
          </p:cNvPr>
          <p:cNvSpPr txBox="1"/>
          <p:nvPr/>
        </p:nvSpPr>
        <p:spPr>
          <a:xfrm>
            <a:off x="10497969" y="6898063"/>
            <a:ext cx="4017491" cy="1040670"/>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Non viene data ad Alessandro la possibilità di scaricare i dati in altri formati oltre al csv</a:t>
            </a:r>
            <a:endParaRPr sz="1600" dirty="0">
              <a:latin typeface="Lucida Sans Unicode"/>
              <a:cs typeface="Lucida Sans Unicode"/>
            </a:endParaRPr>
          </a:p>
        </p:txBody>
      </p:sp>
      <p:grpSp>
        <p:nvGrpSpPr>
          <p:cNvPr id="183" name="object 30">
            <a:extLst>
              <a:ext uri="{FF2B5EF4-FFF2-40B4-BE49-F238E27FC236}">
                <a16:creationId xmlns:a16="http://schemas.microsoft.com/office/drawing/2014/main" id="{4BEC27BB-1C7F-727B-FC64-B7A1A0115ADF}"/>
              </a:ext>
            </a:extLst>
          </p:cNvPr>
          <p:cNvGrpSpPr/>
          <p:nvPr/>
        </p:nvGrpSpPr>
        <p:grpSpPr>
          <a:xfrm>
            <a:off x="912393" y="8440622"/>
            <a:ext cx="13642340" cy="121894"/>
            <a:chOff x="912393" y="8440622"/>
            <a:chExt cx="13642340" cy="121894"/>
          </a:xfrm>
        </p:grpSpPr>
        <p:sp>
          <p:nvSpPr>
            <p:cNvPr id="184" name="object 31">
              <a:extLst>
                <a:ext uri="{FF2B5EF4-FFF2-40B4-BE49-F238E27FC236}">
                  <a16:creationId xmlns:a16="http://schemas.microsoft.com/office/drawing/2014/main" id="{BD32D000-9447-9FC4-FDC5-501B267984C4}"/>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85" name="object 32">
              <a:extLst>
                <a:ext uri="{FF2B5EF4-FFF2-40B4-BE49-F238E27FC236}">
                  <a16:creationId xmlns:a16="http://schemas.microsoft.com/office/drawing/2014/main" id="{F60D72A5-9611-AF75-C045-A706BDADFBB7}"/>
                </a:ext>
              </a:extLst>
            </p:cNvPr>
            <p:cNvPicPr/>
            <p:nvPr/>
          </p:nvPicPr>
          <p:blipFill>
            <a:blip r:embed="rId8" cstate="print"/>
            <a:stretch>
              <a:fillRect/>
            </a:stretch>
          </p:blipFill>
          <p:spPr>
            <a:xfrm>
              <a:off x="2792756" y="8440622"/>
              <a:ext cx="121894" cy="121894"/>
            </a:xfrm>
            <a:prstGeom prst="rect">
              <a:avLst/>
            </a:prstGeom>
          </p:spPr>
        </p:pic>
        <p:pic>
          <p:nvPicPr>
            <p:cNvPr id="187" name="object 34">
              <a:extLst>
                <a:ext uri="{FF2B5EF4-FFF2-40B4-BE49-F238E27FC236}">
                  <a16:creationId xmlns:a16="http://schemas.microsoft.com/office/drawing/2014/main" id="{B3156130-722B-466D-C6C5-B43DA76A2690}"/>
                </a:ext>
              </a:extLst>
            </p:cNvPr>
            <p:cNvPicPr/>
            <p:nvPr/>
          </p:nvPicPr>
          <p:blipFill>
            <a:blip r:embed="rId9" cstate="print"/>
            <a:stretch>
              <a:fillRect/>
            </a:stretch>
          </p:blipFill>
          <p:spPr>
            <a:xfrm>
              <a:off x="7639050" y="8440622"/>
              <a:ext cx="121894" cy="121894"/>
            </a:xfrm>
            <a:prstGeom prst="rect">
              <a:avLst/>
            </a:prstGeom>
          </p:spPr>
        </p:pic>
        <p:pic>
          <p:nvPicPr>
            <p:cNvPr id="189" name="object 36">
              <a:extLst>
                <a:ext uri="{FF2B5EF4-FFF2-40B4-BE49-F238E27FC236}">
                  <a16:creationId xmlns:a16="http://schemas.microsoft.com/office/drawing/2014/main" id="{D95B453B-1516-95B1-6197-5ABCA4AA7400}"/>
                </a:ext>
              </a:extLst>
            </p:cNvPr>
            <p:cNvPicPr/>
            <p:nvPr/>
          </p:nvPicPr>
          <p:blipFill>
            <a:blip r:embed="rId8" cstate="print"/>
            <a:stretch>
              <a:fillRect/>
            </a:stretch>
          </p:blipFill>
          <p:spPr>
            <a:xfrm>
              <a:off x="12515850" y="8440622"/>
              <a:ext cx="121894" cy="121894"/>
            </a:xfrm>
            <a:prstGeom prst="rect">
              <a:avLst/>
            </a:prstGeom>
          </p:spPr>
        </p:pic>
      </p:grpSp>
      <p:grpSp>
        <p:nvGrpSpPr>
          <p:cNvPr id="191" name="object 30">
            <a:extLst>
              <a:ext uri="{FF2B5EF4-FFF2-40B4-BE49-F238E27FC236}">
                <a16:creationId xmlns:a16="http://schemas.microsoft.com/office/drawing/2014/main" id="{914650B6-64F0-D842-B3E4-C3C8AF8A2E6C}"/>
              </a:ext>
            </a:extLst>
          </p:cNvPr>
          <p:cNvGrpSpPr/>
          <p:nvPr/>
        </p:nvGrpSpPr>
        <p:grpSpPr>
          <a:xfrm>
            <a:off x="912393" y="8732126"/>
            <a:ext cx="13642340" cy="121894"/>
            <a:chOff x="912393" y="8440622"/>
            <a:chExt cx="13642340" cy="121894"/>
          </a:xfrm>
        </p:grpSpPr>
        <p:sp>
          <p:nvSpPr>
            <p:cNvPr id="192" name="object 31">
              <a:extLst>
                <a:ext uri="{FF2B5EF4-FFF2-40B4-BE49-F238E27FC236}">
                  <a16:creationId xmlns:a16="http://schemas.microsoft.com/office/drawing/2014/main" id="{8E65EEA8-39FB-BFCC-50E4-235472D0B79F}"/>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3" name="object 32">
              <a:extLst>
                <a:ext uri="{FF2B5EF4-FFF2-40B4-BE49-F238E27FC236}">
                  <a16:creationId xmlns:a16="http://schemas.microsoft.com/office/drawing/2014/main" id="{F843867C-7A3C-2C6A-A7D2-7AB2CCD5C6E3}"/>
                </a:ext>
              </a:extLst>
            </p:cNvPr>
            <p:cNvPicPr/>
            <p:nvPr/>
          </p:nvPicPr>
          <p:blipFill>
            <a:blip r:embed="rId8" cstate="print"/>
            <a:stretch>
              <a:fillRect/>
            </a:stretch>
          </p:blipFill>
          <p:spPr>
            <a:xfrm>
              <a:off x="2792756" y="8440622"/>
              <a:ext cx="121894" cy="121894"/>
            </a:xfrm>
            <a:prstGeom prst="rect">
              <a:avLst/>
            </a:prstGeom>
          </p:spPr>
        </p:pic>
        <p:pic>
          <p:nvPicPr>
            <p:cNvPr id="194" name="object 34">
              <a:extLst>
                <a:ext uri="{FF2B5EF4-FFF2-40B4-BE49-F238E27FC236}">
                  <a16:creationId xmlns:a16="http://schemas.microsoft.com/office/drawing/2014/main" id="{807F4584-AAB2-B171-44CF-14B6F9B3D54A}"/>
                </a:ext>
              </a:extLst>
            </p:cNvPr>
            <p:cNvPicPr/>
            <p:nvPr/>
          </p:nvPicPr>
          <p:blipFill>
            <a:blip r:embed="rId9" cstate="print"/>
            <a:stretch>
              <a:fillRect/>
            </a:stretch>
          </p:blipFill>
          <p:spPr>
            <a:xfrm>
              <a:off x="7639050" y="8440622"/>
              <a:ext cx="121894" cy="121894"/>
            </a:xfrm>
            <a:prstGeom prst="rect">
              <a:avLst/>
            </a:prstGeom>
          </p:spPr>
        </p:pic>
        <p:pic>
          <p:nvPicPr>
            <p:cNvPr id="195" name="object 36">
              <a:extLst>
                <a:ext uri="{FF2B5EF4-FFF2-40B4-BE49-F238E27FC236}">
                  <a16:creationId xmlns:a16="http://schemas.microsoft.com/office/drawing/2014/main" id="{8B266E29-1E76-926B-6360-3B9336587BA5}"/>
                </a:ext>
              </a:extLst>
            </p:cNvPr>
            <p:cNvPicPr/>
            <p:nvPr/>
          </p:nvPicPr>
          <p:blipFill>
            <a:blip r:embed="rId8" cstate="print"/>
            <a:stretch>
              <a:fillRect/>
            </a:stretch>
          </p:blipFill>
          <p:spPr>
            <a:xfrm>
              <a:off x="12515850" y="8440622"/>
              <a:ext cx="121894" cy="121894"/>
            </a:xfrm>
            <a:prstGeom prst="rect">
              <a:avLst/>
            </a:prstGeom>
          </p:spPr>
        </p:pic>
      </p:grpSp>
      <p:grpSp>
        <p:nvGrpSpPr>
          <p:cNvPr id="196" name="object 30">
            <a:extLst>
              <a:ext uri="{FF2B5EF4-FFF2-40B4-BE49-F238E27FC236}">
                <a16:creationId xmlns:a16="http://schemas.microsoft.com/office/drawing/2014/main" id="{2C09CED5-024C-87AC-6517-032D66114076}"/>
              </a:ext>
            </a:extLst>
          </p:cNvPr>
          <p:cNvGrpSpPr/>
          <p:nvPr/>
        </p:nvGrpSpPr>
        <p:grpSpPr>
          <a:xfrm>
            <a:off x="912393" y="9003116"/>
            <a:ext cx="13642340" cy="121894"/>
            <a:chOff x="912393" y="8440622"/>
            <a:chExt cx="13642340" cy="121894"/>
          </a:xfrm>
        </p:grpSpPr>
        <p:sp>
          <p:nvSpPr>
            <p:cNvPr id="197" name="object 31">
              <a:extLst>
                <a:ext uri="{FF2B5EF4-FFF2-40B4-BE49-F238E27FC236}">
                  <a16:creationId xmlns:a16="http://schemas.microsoft.com/office/drawing/2014/main" id="{76CE4397-BA2E-D8DE-BFD6-478C2CCFB08E}"/>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8" name="object 32">
              <a:extLst>
                <a:ext uri="{FF2B5EF4-FFF2-40B4-BE49-F238E27FC236}">
                  <a16:creationId xmlns:a16="http://schemas.microsoft.com/office/drawing/2014/main" id="{91635217-863D-8170-E7EC-5B699889084B}"/>
                </a:ext>
              </a:extLst>
            </p:cNvPr>
            <p:cNvPicPr/>
            <p:nvPr/>
          </p:nvPicPr>
          <p:blipFill>
            <a:blip r:embed="rId8" cstate="print"/>
            <a:stretch>
              <a:fillRect/>
            </a:stretch>
          </p:blipFill>
          <p:spPr>
            <a:xfrm>
              <a:off x="2792756" y="8440622"/>
              <a:ext cx="121894" cy="121894"/>
            </a:xfrm>
            <a:prstGeom prst="rect">
              <a:avLst/>
            </a:prstGeom>
          </p:spPr>
        </p:pic>
        <p:pic>
          <p:nvPicPr>
            <p:cNvPr id="199" name="object 34">
              <a:extLst>
                <a:ext uri="{FF2B5EF4-FFF2-40B4-BE49-F238E27FC236}">
                  <a16:creationId xmlns:a16="http://schemas.microsoft.com/office/drawing/2014/main" id="{670DC757-32B0-5A49-6455-464B0454405D}"/>
                </a:ext>
              </a:extLst>
            </p:cNvPr>
            <p:cNvPicPr/>
            <p:nvPr/>
          </p:nvPicPr>
          <p:blipFill>
            <a:blip r:embed="rId9" cstate="print"/>
            <a:stretch>
              <a:fillRect/>
            </a:stretch>
          </p:blipFill>
          <p:spPr>
            <a:xfrm>
              <a:off x="7639050" y="8440622"/>
              <a:ext cx="121894" cy="121894"/>
            </a:xfrm>
            <a:prstGeom prst="rect">
              <a:avLst/>
            </a:prstGeom>
          </p:spPr>
        </p:pic>
        <p:pic>
          <p:nvPicPr>
            <p:cNvPr id="200" name="object 36">
              <a:extLst>
                <a:ext uri="{FF2B5EF4-FFF2-40B4-BE49-F238E27FC236}">
                  <a16:creationId xmlns:a16="http://schemas.microsoft.com/office/drawing/2014/main" id="{DA1C0859-49AF-9F4E-63AD-42DA3DFAAB2C}"/>
                </a:ext>
              </a:extLst>
            </p:cNvPr>
            <p:cNvPicPr/>
            <p:nvPr/>
          </p:nvPicPr>
          <p:blipFill>
            <a:blip r:embed="rId8" cstate="print"/>
            <a:stretch>
              <a:fillRect/>
            </a:stretch>
          </p:blipFill>
          <p:spPr>
            <a:xfrm>
              <a:off x="12515850" y="8440622"/>
              <a:ext cx="121894" cy="121894"/>
            </a:xfrm>
            <a:prstGeom prst="rect">
              <a:avLst/>
            </a:prstGeom>
          </p:spPr>
        </p:pic>
      </p:grpSp>
      <p:grpSp>
        <p:nvGrpSpPr>
          <p:cNvPr id="201" name="object 30">
            <a:extLst>
              <a:ext uri="{FF2B5EF4-FFF2-40B4-BE49-F238E27FC236}">
                <a16:creationId xmlns:a16="http://schemas.microsoft.com/office/drawing/2014/main" id="{A24B29A4-4038-1020-57DF-87F79093239A}"/>
              </a:ext>
            </a:extLst>
          </p:cNvPr>
          <p:cNvGrpSpPr/>
          <p:nvPr/>
        </p:nvGrpSpPr>
        <p:grpSpPr>
          <a:xfrm>
            <a:off x="912393" y="9294620"/>
            <a:ext cx="13642340" cy="121894"/>
            <a:chOff x="912393" y="8440622"/>
            <a:chExt cx="13642340" cy="121894"/>
          </a:xfrm>
        </p:grpSpPr>
        <p:sp>
          <p:nvSpPr>
            <p:cNvPr id="202" name="object 31">
              <a:extLst>
                <a:ext uri="{FF2B5EF4-FFF2-40B4-BE49-F238E27FC236}">
                  <a16:creationId xmlns:a16="http://schemas.microsoft.com/office/drawing/2014/main" id="{CFF04723-D440-F477-F267-DE7D15AA9440}"/>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3" name="object 32">
              <a:extLst>
                <a:ext uri="{FF2B5EF4-FFF2-40B4-BE49-F238E27FC236}">
                  <a16:creationId xmlns:a16="http://schemas.microsoft.com/office/drawing/2014/main" id="{D60E6A62-7D0B-98EE-96CE-6232CF2B8E6B}"/>
                </a:ext>
              </a:extLst>
            </p:cNvPr>
            <p:cNvPicPr/>
            <p:nvPr/>
          </p:nvPicPr>
          <p:blipFill>
            <a:blip r:embed="rId8" cstate="print"/>
            <a:stretch>
              <a:fillRect/>
            </a:stretch>
          </p:blipFill>
          <p:spPr>
            <a:xfrm>
              <a:off x="2792756" y="8440622"/>
              <a:ext cx="121894" cy="121894"/>
            </a:xfrm>
            <a:prstGeom prst="rect">
              <a:avLst/>
            </a:prstGeom>
          </p:spPr>
        </p:pic>
        <p:pic>
          <p:nvPicPr>
            <p:cNvPr id="204" name="object 34">
              <a:extLst>
                <a:ext uri="{FF2B5EF4-FFF2-40B4-BE49-F238E27FC236}">
                  <a16:creationId xmlns:a16="http://schemas.microsoft.com/office/drawing/2014/main" id="{51C74CC2-80E8-F52B-F82B-D5D8E24E609D}"/>
                </a:ext>
              </a:extLst>
            </p:cNvPr>
            <p:cNvPicPr/>
            <p:nvPr/>
          </p:nvPicPr>
          <p:blipFill>
            <a:blip r:embed="rId9" cstate="print"/>
            <a:stretch>
              <a:fillRect/>
            </a:stretch>
          </p:blipFill>
          <p:spPr>
            <a:xfrm>
              <a:off x="7639050" y="8440622"/>
              <a:ext cx="121894" cy="121894"/>
            </a:xfrm>
            <a:prstGeom prst="rect">
              <a:avLst/>
            </a:prstGeom>
          </p:spPr>
        </p:pic>
        <p:pic>
          <p:nvPicPr>
            <p:cNvPr id="205" name="object 36">
              <a:extLst>
                <a:ext uri="{FF2B5EF4-FFF2-40B4-BE49-F238E27FC236}">
                  <a16:creationId xmlns:a16="http://schemas.microsoft.com/office/drawing/2014/main" id="{C25CC207-CC7F-5CE8-D1A6-81C620AABFB4}"/>
                </a:ext>
              </a:extLst>
            </p:cNvPr>
            <p:cNvPicPr/>
            <p:nvPr/>
          </p:nvPicPr>
          <p:blipFill>
            <a:blip r:embed="rId8" cstate="print"/>
            <a:stretch>
              <a:fillRect/>
            </a:stretch>
          </p:blipFill>
          <p:spPr>
            <a:xfrm>
              <a:off x="12515850" y="8440622"/>
              <a:ext cx="121894" cy="121894"/>
            </a:xfrm>
            <a:prstGeom prst="rect">
              <a:avLst/>
            </a:prstGeom>
          </p:spPr>
        </p:pic>
      </p:grpSp>
      <p:grpSp>
        <p:nvGrpSpPr>
          <p:cNvPr id="206" name="object 30">
            <a:extLst>
              <a:ext uri="{FF2B5EF4-FFF2-40B4-BE49-F238E27FC236}">
                <a16:creationId xmlns:a16="http://schemas.microsoft.com/office/drawing/2014/main" id="{D5A982D6-953B-970F-5AAE-F2C0EE92B791}"/>
              </a:ext>
            </a:extLst>
          </p:cNvPr>
          <p:cNvGrpSpPr/>
          <p:nvPr/>
        </p:nvGrpSpPr>
        <p:grpSpPr>
          <a:xfrm>
            <a:off x="913625" y="9560233"/>
            <a:ext cx="13642340" cy="121894"/>
            <a:chOff x="912393" y="8440622"/>
            <a:chExt cx="13642340" cy="121894"/>
          </a:xfrm>
        </p:grpSpPr>
        <p:sp>
          <p:nvSpPr>
            <p:cNvPr id="207" name="object 31">
              <a:extLst>
                <a:ext uri="{FF2B5EF4-FFF2-40B4-BE49-F238E27FC236}">
                  <a16:creationId xmlns:a16="http://schemas.microsoft.com/office/drawing/2014/main" id="{4F5DEB29-3FDC-1277-C415-744AF43AE852}"/>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8" name="object 32">
              <a:extLst>
                <a:ext uri="{FF2B5EF4-FFF2-40B4-BE49-F238E27FC236}">
                  <a16:creationId xmlns:a16="http://schemas.microsoft.com/office/drawing/2014/main" id="{9B5C32D7-76E2-4B87-382F-19DBBEEAFF8C}"/>
                </a:ext>
              </a:extLst>
            </p:cNvPr>
            <p:cNvPicPr/>
            <p:nvPr/>
          </p:nvPicPr>
          <p:blipFill>
            <a:blip r:embed="rId8" cstate="print"/>
            <a:stretch>
              <a:fillRect/>
            </a:stretch>
          </p:blipFill>
          <p:spPr>
            <a:xfrm>
              <a:off x="2792756" y="8440622"/>
              <a:ext cx="121894" cy="121894"/>
            </a:xfrm>
            <a:prstGeom prst="rect">
              <a:avLst/>
            </a:prstGeom>
          </p:spPr>
        </p:pic>
        <p:pic>
          <p:nvPicPr>
            <p:cNvPr id="209" name="object 34">
              <a:extLst>
                <a:ext uri="{FF2B5EF4-FFF2-40B4-BE49-F238E27FC236}">
                  <a16:creationId xmlns:a16="http://schemas.microsoft.com/office/drawing/2014/main" id="{966A87D1-EB2F-5030-023D-156658277DBB}"/>
                </a:ext>
              </a:extLst>
            </p:cNvPr>
            <p:cNvPicPr/>
            <p:nvPr/>
          </p:nvPicPr>
          <p:blipFill>
            <a:blip r:embed="rId9" cstate="print"/>
            <a:stretch>
              <a:fillRect/>
            </a:stretch>
          </p:blipFill>
          <p:spPr>
            <a:xfrm>
              <a:off x="7639050" y="8440622"/>
              <a:ext cx="121894" cy="121894"/>
            </a:xfrm>
            <a:prstGeom prst="rect">
              <a:avLst/>
            </a:prstGeom>
          </p:spPr>
        </p:pic>
        <p:pic>
          <p:nvPicPr>
            <p:cNvPr id="210" name="object 36">
              <a:extLst>
                <a:ext uri="{FF2B5EF4-FFF2-40B4-BE49-F238E27FC236}">
                  <a16:creationId xmlns:a16="http://schemas.microsoft.com/office/drawing/2014/main" id="{221AC367-30FD-EA01-3DAE-E43933E96081}"/>
                </a:ext>
              </a:extLst>
            </p:cNvPr>
            <p:cNvPicPr/>
            <p:nvPr/>
          </p:nvPicPr>
          <p:blipFill>
            <a:blip r:embed="rId8" cstate="print"/>
            <a:stretch>
              <a:fillRect/>
            </a:stretch>
          </p:blipFill>
          <p:spPr>
            <a:xfrm>
              <a:off x="12515850" y="8440622"/>
              <a:ext cx="121894" cy="121894"/>
            </a:xfrm>
            <a:prstGeom prst="rect">
              <a:avLst/>
            </a:prstGeom>
          </p:spPr>
        </p:pic>
      </p:grpSp>
      <p:cxnSp>
        <p:nvCxnSpPr>
          <p:cNvPr id="218" name="Connettore diritto 217">
            <a:extLst>
              <a:ext uri="{FF2B5EF4-FFF2-40B4-BE49-F238E27FC236}">
                <a16:creationId xmlns:a16="http://schemas.microsoft.com/office/drawing/2014/main" id="{39704202-D220-397A-BAC8-019DFC8C800C}"/>
              </a:ext>
            </a:extLst>
          </p:cNvPr>
          <p:cNvCxnSpPr>
            <a:cxnSpLocks/>
          </p:cNvCxnSpPr>
          <p:nvPr/>
        </p:nvCxnSpPr>
        <p:spPr>
          <a:xfrm>
            <a:off x="936338" y="8812481"/>
            <a:ext cx="1978312" cy="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19" name="Connettore diritto 218">
            <a:extLst>
              <a:ext uri="{FF2B5EF4-FFF2-40B4-BE49-F238E27FC236}">
                <a16:creationId xmlns:a16="http://schemas.microsoft.com/office/drawing/2014/main" id="{6AD93B51-43BD-13BA-0795-E28DDAD87768}"/>
              </a:ext>
            </a:extLst>
          </p:cNvPr>
          <p:cNvCxnSpPr>
            <a:cxnSpLocks/>
            <a:endCxn id="187" idx="3"/>
          </p:cNvCxnSpPr>
          <p:nvPr/>
        </p:nvCxnSpPr>
        <p:spPr>
          <a:xfrm flipV="1">
            <a:off x="2822184" y="8501569"/>
            <a:ext cx="4938760" cy="286448"/>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20" name="Connettore diritto 219">
            <a:extLst>
              <a:ext uri="{FF2B5EF4-FFF2-40B4-BE49-F238E27FC236}">
                <a16:creationId xmlns:a16="http://schemas.microsoft.com/office/drawing/2014/main" id="{6BD84E23-3261-9219-F5E8-4F9368F46615}"/>
              </a:ext>
            </a:extLst>
          </p:cNvPr>
          <p:cNvCxnSpPr>
            <a:cxnSpLocks/>
            <a:endCxn id="205" idx="3"/>
          </p:cNvCxnSpPr>
          <p:nvPr/>
        </p:nvCxnSpPr>
        <p:spPr>
          <a:xfrm>
            <a:off x="7638005" y="8500458"/>
            <a:ext cx="4999739" cy="855109"/>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pic>
        <p:nvPicPr>
          <p:cNvPr id="3" name="object 246">
            <a:extLst>
              <a:ext uri="{FF2B5EF4-FFF2-40B4-BE49-F238E27FC236}">
                <a16:creationId xmlns:a16="http://schemas.microsoft.com/office/drawing/2014/main" id="{6638A624-9E98-E528-B7E4-19CE8CF4CBED}"/>
              </a:ext>
            </a:extLst>
          </p:cNvPr>
          <p:cNvPicPr/>
          <p:nvPr/>
        </p:nvPicPr>
        <p:blipFill>
          <a:blip r:embed="rId10" cstate="print"/>
          <a:stretch>
            <a:fillRect/>
          </a:stretch>
        </p:blipFill>
        <p:spPr>
          <a:xfrm>
            <a:off x="567728" y="688852"/>
            <a:ext cx="1162748" cy="1236946"/>
          </a:xfrm>
          <a:prstGeom prst="rect">
            <a:avLst/>
          </a:prstGeom>
        </p:spPr>
      </p:pic>
    </p:spTree>
    <p:extLst>
      <p:ext uri="{BB962C8B-B14F-4D97-AF65-F5344CB8AC3E}">
        <p14:creationId xmlns:p14="http://schemas.microsoft.com/office/powerpoint/2010/main" val="903668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 name="Rettangolo 36">
            <a:extLst>
              <a:ext uri="{FF2B5EF4-FFF2-40B4-BE49-F238E27FC236}">
                <a16:creationId xmlns:a16="http://schemas.microsoft.com/office/drawing/2014/main" id="{33A79827-16EB-2271-1256-034904118DA6}"/>
              </a:ext>
            </a:extLst>
          </p:cNvPr>
          <p:cNvSpPr/>
          <p:nvPr/>
        </p:nvSpPr>
        <p:spPr>
          <a:xfrm>
            <a:off x="479835" y="7223370"/>
            <a:ext cx="13916766" cy="919155"/>
          </a:xfrm>
          <a:prstGeom prst="rect">
            <a:avLst/>
          </a:prstGeom>
          <a:solidFill>
            <a:srgbClr val="F5F5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ttangolo 35">
            <a:extLst>
              <a:ext uri="{FF2B5EF4-FFF2-40B4-BE49-F238E27FC236}">
                <a16:creationId xmlns:a16="http://schemas.microsoft.com/office/drawing/2014/main" id="{1426EC07-5980-B0CB-28EF-D35A239C4D2B}"/>
              </a:ext>
            </a:extLst>
          </p:cNvPr>
          <p:cNvSpPr/>
          <p:nvPr/>
        </p:nvSpPr>
        <p:spPr>
          <a:xfrm>
            <a:off x="531181" y="5152474"/>
            <a:ext cx="13916766" cy="1986552"/>
          </a:xfrm>
          <a:prstGeom prst="rect">
            <a:avLst/>
          </a:prstGeom>
          <a:solidFill>
            <a:srgbClr val="F5F5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object 2"/>
          <p:cNvSpPr txBox="1"/>
          <p:nvPr/>
        </p:nvSpPr>
        <p:spPr>
          <a:xfrm>
            <a:off x="577494" y="2296667"/>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RICERCA  INFORMAZIONI</a:t>
            </a:r>
            <a:endParaRPr sz="1500" dirty="0">
              <a:latin typeface="Arial Black"/>
              <a:cs typeface="Arial Black"/>
            </a:endParaRPr>
          </a:p>
        </p:txBody>
      </p:sp>
      <p:grpSp>
        <p:nvGrpSpPr>
          <p:cNvPr id="6" name="object 6"/>
          <p:cNvGrpSpPr/>
          <p:nvPr/>
        </p:nvGrpSpPr>
        <p:grpSpPr>
          <a:xfrm>
            <a:off x="394135" y="2818213"/>
            <a:ext cx="14196060" cy="2298865"/>
            <a:chOff x="447085" y="2815336"/>
            <a:chExt cx="14196060" cy="5374005"/>
          </a:xfrm>
        </p:grpSpPr>
        <p:sp>
          <p:nvSpPr>
            <p:cNvPr id="7" name="object 7"/>
            <p:cNvSpPr/>
            <p:nvPr/>
          </p:nvSpPr>
          <p:spPr>
            <a:xfrm>
              <a:off x="567728" y="2815336"/>
              <a:ext cx="13933169" cy="5374005"/>
            </a:xfrm>
            <a:custGeom>
              <a:avLst/>
              <a:gdLst/>
              <a:ahLst/>
              <a:cxnLst/>
              <a:rect l="l" t="t" r="r" b="b"/>
              <a:pathLst>
                <a:path w="13933169" h="5374005">
                  <a:moveTo>
                    <a:pt x="13933169" y="0"/>
                  </a:moveTo>
                  <a:lnTo>
                    <a:pt x="0" y="0"/>
                  </a:lnTo>
                  <a:lnTo>
                    <a:pt x="0" y="5373814"/>
                  </a:lnTo>
                  <a:lnTo>
                    <a:pt x="13933169" y="5373814"/>
                  </a:lnTo>
                  <a:lnTo>
                    <a:pt x="13933169" y="0"/>
                  </a:lnTo>
                  <a:close/>
                </a:path>
              </a:pathLst>
            </a:custGeom>
            <a:solidFill>
              <a:srgbClr val="F5F5EF"/>
            </a:solidFill>
          </p:spPr>
          <p:txBody>
            <a:bodyPr wrap="square" lIns="0" tIns="0" rIns="0" bIns="0" rtlCol="0"/>
            <a:lstStyle/>
            <a:p>
              <a:endParaRPr dirty="0"/>
            </a:p>
          </p:txBody>
        </p:sp>
        <p:sp>
          <p:nvSpPr>
            <p:cNvPr id="8" name="object 8"/>
            <p:cNvSpPr/>
            <p:nvPr/>
          </p:nvSpPr>
          <p:spPr>
            <a:xfrm>
              <a:off x="447085" y="5502243"/>
              <a:ext cx="14196060" cy="0"/>
            </a:xfrm>
            <a:custGeom>
              <a:avLst/>
              <a:gdLst/>
              <a:ahLst/>
              <a:cxnLst/>
              <a:rect l="l" t="t" r="r" b="b"/>
              <a:pathLst>
                <a:path w="14196060">
                  <a:moveTo>
                    <a:pt x="0" y="0"/>
                  </a:moveTo>
                  <a:lnTo>
                    <a:pt x="14196009" y="0"/>
                  </a:lnTo>
                </a:path>
              </a:pathLst>
            </a:custGeom>
            <a:ln w="25400">
              <a:solidFill>
                <a:srgbClr val="FFFFFF"/>
              </a:solidFill>
            </a:ln>
          </p:spPr>
          <p:txBody>
            <a:bodyPr wrap="square" lIns="0" tIns="0" rIns="0" bIns="0" rtlCol="0"/>
            <a:lstStyle/>
            <a:p>
              <a:endParaRPr/>
            </a:p>
          </p:txBody>
        </p:sp>
      </p:grpSp>
      <p:pic>
        <p:nvPicPr>
          <p:cNvPr id="9" name="object 9"/>
          <p:cNvPicPr/>
          <p:nvPr/>
        </p:nvPicPr>
        <p:blipFill>
          <a:blip r:embed="rId2" cstate="print"/>
          <a:stretch>
            <a:fillRect/>
          </a:stretch>
        </p:blipFill>
        <p:spPr>
          <a:xfrm>
            <a:off x="598284" y="8361771"/>
            <a:ext cx="218909" cy="218922"/>
          </a:xfrm>
          <a:prstGeom prst="rect">
            <a:avLst/>
          </a:prstGeom>
        </p:spPr>
      </p:pic>
      <p:pic>
        <p:nvPicPr>
          <p:cNvPr id="10" name="object 10"/>
          <p:cNvPicPr/>
          <p:nvPr/>
        </p:nvPicPr>
        <p:blipFill>
          <a:blip r:embed="rId3" cstate="print"/>
          <a:stretch>
            <a:fillRect/>
          </a:stretch>
        </p:blipFill>
        <p:spPr>
          <a:xfrm>
            <a:off x="598284" y="9432710"/>
            <a:ext cx="218909" cy="218922"/>
          </a:xfrm>
          <a:prstGeom prst="rect">
            <a:avLst/>
          </a:prstGeom>
        </p:spPr>
      </p:pic>
      <p:pic>
        <p:nvPicPr>
          <p:cNvPr id="11" name="object 11"/>
          <p:cNvPicPr/>
          <p:nvPr/>
        </p:nvPicPr>
        <p:blipFill>
          <a:blip r:embed="rId4" cstate="print"/>
          <a:stretch>
            <a:fillRect/>
          </a:stretch>
        </p:blipFill>
        <p:spPr>
          <a:xfrm>
            <a:off x="598284" y="8897240"/>
            <a:ext cx="218909" cy="218922"/>
          </a:xfrm>
          <a:prstGeom prst="rect">
            <a:avLst/>
          </a:prstGeom>
        </p:spPr>
      </p:pic>
      <p:sp>
        <p:nvSpPr>
          <p:cNvPr id="41" name="object 41"/>
          <p:cNvSpPr txBox="1">
            <a:spLocks noGrp="1"/>
          </p:cNvSpPr>
          <p:nvPr>
            <p:ph type="title"/>
          </p:nvPr>
        </p:nvSpPr>
        <p:spPr>
          <a:xfrm>
            <a:off x="2063824" y="661213"/>
            <a:ext cx="3678545" cy="1292225"/>
          </a:xfrm>
          <a:prstGeom prst="rect">
            <a:avLst/>
          </a:prstGeom>
        </p:spPr>
        <p:txBody>
          <a:bodyPr vert="horz" wrap="square" lIns="0" tIns="55880" rIns="0" bIns="0" rtlCol="0">
            <a:spAutoFit/>
          </a:bodyPr>
          <a:lstStyle/>
          <a:p>
            <a:pPr marL="12700">
              <a:lnSpc>
                <a:spcPct val="100000"/>
              </a:lnSpc>
              <a:spcBef>
                <a:spcPts val="440"/>
              </a:spcBef>
            </a:pPr>
            <a:r>
              <a:rPr lang="it-IT" sz="5500" b="0" spc="-735" dirty="0">
                <a:latin typeface="Arial Black"/>
                <a:cs typeface="Arial Black"/>
              </a:rPr>
              <a:t>Aurora</a:t>
            </a:r>
            <a:endParaRPr sz="5500" dirty="0">
              <a:latin typeface="Arial Black"/>
              <a:cs typeface="Arial Black"/>
            </a:endParaRPr>
          </a:p>
          <a:p>
            <a:pPr marL="37465">
              <a:lnSpc>
                <a:spcPct val="100000"/>
              </a:lnSpc>
              <a:spcBef>
                <a:spcPts val="150"/>
              </a:spcBef>
            </a:pPr>
            <a:r>
              <a:rPr lang="it-IT" sz="2400" b="0" spc="-310" dirty="0">
                <a:latin typeface="Arial Black"/>
                <a:cs typeface="Arial Black"/>
              </a:rPr>
              <a:t>La studentessa diligente</a:t>
            </a:r>
            <a:endParaRPr sz="2400" dirty="0">
              <a:latin typeface="Arial Black"/>
              <a:cs typeface="Arial Black"/>
            </a:endParaRPr>
          </a:p>
        </p:txBody>
      </p:sp>
      <p:sp>
        <p:nvSpPr>
          <p:cNvPr id="43" name="object 43"/>
          <p:cNvSpPr txBox="1"/>
          <p:nvPr/>
        </p:nvSpPr>
        <p:spPr>
          <a:xfrm rot="2700000">
            <a:off x="14099138" y="419542"/>
            <a:ext cx="956855" cy="215900"/>
          </a:xfrm>
          <a:prstGeom prst="rect">
            <a:avLst/>
          </a:prstGeom>
        </p:spPr>
        <p:txBody>
          <a:bodyPr vert="horz" wrap="square" lIns="0" tIns="0" rIns="0" bIns="0" rtlCol="0">
            <a:spAutoFit/>
          </a:bodyPr>
          <a:lstStyle/>
          <a:p>
            <a:pPr>
              <a:lnSpc>
                <a:spcPts val="1600"/>
              </a:lnSpc>
            </a:pPr>
            <a:r>
              <a:rPr sz="1700" b="1" spc="60" dirty="0">
                <a:solidFill>
                  <a:srgbClr val="FFFFFF"/>
                </a:solidFill>
                <a:latin typeface="Trebuchet MS"/>
                <a:cs typeface="Trebuchet MS"/>
              </a:rPr>
              <a:t>ESEMPIO</a:t>
            </a:r>
            <a:endParaRPr sz="1700">
              <a:latin typeface="Trebuchet MS"/>
              <a:cs typeface="Trebuchet MS"/>
            </a:endParaRPr>
          </a:p>
        </p:txBody>
      </p:sp>
      <p:sp>
        <p:nvSpPr>
          <p:cNvPr id="44" name="object 44"/>
          <p:cNvSpPr/>
          <p:nvPr/>
        </p:nvSpPr>
        <p:spPr>
          <a:xfrm>
            <a:off x="750968" y="9917215"/>
            <a:ext cx="142240" cy="358140"/>
          </a:xfrm>
          <a:custGeom>
            <a:avLst/>
            <a:gdLst/>
            <a:ahLst/>
            <a:cxnLst/>
            <a:rect l="l" t="t" r="r" b="b"/>
            <a:pathLst>
              <a:path w="142240" h="358140">
                <a:moveTo>
                  <a:pt x="73672" y="0"/>
                </a:moveTo>
                <a:lnTo>
                  <a:pt x="0" y="0"/>
                </a:lnTo>
                <a:lnTo>
                  <a:pt x="0" y="253453"/>
                </a:lnTo>
                <a:lnTo>
                  <a:pt x="4045" y="303168"/>
                </a:lnTo>
                <a:lnTo>
                  <a:pt x="17935" y="335360"/>
                </a:lnTo>
                <a:lnTo>
                  <a:pt x="44298" y="352710"/>
                </a:lnTo>
                <a:lnTo>
                  <a:pt x="85763" y="357898"/>
                </a:lnTo>
                <a:lnTo>
                  <a:pt x="97461" y="357769"/>
                </a:lnTo>
                <a:lnTo>
                  <a:pt x="107202" y="356868"/>
                </a:lnTo>
                <a:lnTo>
                  <a:pt x="120240" y="354421"/>
                </a:lnTo>
                <a:lnTo>
                  <a:pt x="141833" y="349656"/>
                </a:lnTo>
                <a:lnTo>
                  <a:pt x="138544" y="290817"/>
                </a:lnTo>
                <a:lnTo>
                  <a:pt x="96761" y="291922"/>
                </a:lnTo>
                <a:lnTo>
                  <a:pt x="83413" y="289518"/>
                </a:lnTo>
                <a:lnTo>
                  <a:pt x="76558" y="282167"/>
                </a:lnTo>
                <a:lnTo>
                  <a:pt x="74033" y="269660"/>
                </a:lnTo>
                <a:lnTo>
                  <a:pt x="73672" y="251790"/>
                </a:lnTo>
                <a:lnTo>
                  <a:pt x="73672" y="139090"/>
                </a:lnTo>
                <a:lnTo>
                  <a:pt x="141287" y="139090"/>
                </a:lnTo>
                <a:lnTo>
                  <a:pt x="141287" y="76415"/>
                </a:lnTo>
                <a:lnTo>
                  <a:pt x="73672" y="76415"/>
                </a:lnTo>
                <a:lnTo>
                  <a:pt x="73672" y="0"/>
                </a:lnTo>
                <a:close/>
              </a:path>
            </a:pathLst>
          </a:custGeom>
          <a:solidFill>
            <a:srgbClr val="0066CC"/>
          </a:solidFill>
        </p:spPr>
        <p:txBody>
          <a:bodyPr wrap="square" lIns="0" tIns="0" rIns="0" bIns="0" rtlCol="0"/>
          <a:lstStyle/>
          <a:p>
            <a:endParaRPr/>
          </a:p>
        </p:txBody>
      </p:sp>
      <p:sp>
        <p:nvSpPr>
          <p:cNvPr id="45" name="object 45"/>
          <p:cNvSpPr/>
          <p:nvPr/>
        </p:nvSpPr>
        <p:spPr>
          <a:xfrm>
            <a:off x="599617" y="9993884"/>
            <a:ext cx="71120" cy="274955"/>
          </a:xfrm>
          <a:custGeom>
            <a:avLst/>
            <a:gdLst/>
            <a:ahLst/>
            <a:cxnLst/>
            <a:rect l="l" t="t" r="r" b="b"/>
            <a:pathLst>
              <a:path w="71120" h="274954">
                <a:moveTo>
                  <a:pt x="70916" y="0"/>
                </a:moveTo>
                <a:lnTo>
                  <a:pt x="0" y="0"/>
                </a:lnTo>
                <a:lnTo>
                  <a:pt x="0" y="274574"/>
                </a:lnTo>
                <a:lnTo>
                  <a:pt x="70916" y="274574"/>
                </a:lnTo>
                <a:lnTo>
                  <a:pt x="70916" y="0"/>
                </a:lnTo>
                <a:close/>
              </a:path>
            </a:pathLst>
          </a:custGeom>
          <a:solidFill>
            <a:srgbClr val="0066CC"/>
          </a:solidFill>
        </p:spPr>
        <p:txBody>
          <a:bodyPr wrap="square" lIns="0" tIns="0" rIns="0" bIns="0" rtlCol="0"/>
          <a:lstStyle/>
          <a:p>
            <a:endParaRPr/>
          </a:p>
        </p:txBody>
      </p:sp>
      <p:pic>
        <p:nvPicPr>
          <p:cNvPr id="46" name="object 46"/>
          <p:cNvPicPr/>
          <p:nvPr/>
        </p:nvPicPr>
        <p:blipFill>
          <a:blip r:embed="rId5" cstate="print"/>
          <a:stretch>
            <a:fillRect/>
          </a:stretch>
        </p:blipFill>
        <p:spPr>
          <a:xfrm>
            <a:off x="441189" y="9985137"/>
            <a:ext cx="89992" cy="89992"/>
          </a:xfrm>
          <a:prstGeom prst="rect">
            <a:avLst/>
          </a:prstGeom>
        </p:spPr>
      </p:pic>
      <p:grpSp>
        <p:nvGrpSpPr>
          <p:cNvPr id="47" name="object 47"/>
          <p:cNvGrpSpPr/>
          <p:nvPr/>
        </p:nvGrpSpPr>
        <p:grpSpPr>
          <a:xfrm>
            <a:off x="996483" y="9979110"/>
            <a:ext cx="932180" cy="259715"/>
            <a:chOff x="996483" y="9979110"/>
            <a:chExt cx="932180" cy="259715"/>
          </a:xfrm>
        </p:grpSpPr>
        <p:pic>
          <p:nvPicPr>
            <p:cNvPr id="48" name="object 48"/>
            <p:cNvPicPr/>
            <p:nvPr/>
          </p:nvPicPr>
          <p:blipFill>
            <a:blip r:embed="rId6" cstate="print"/>
            <a:stretch>
              <a:fillRect/>
            </a:stretch>
          </p:blipFill>
          <p:spPr>
            <a:xfrm>
              <a:off x="1632153" y="9979114"/>
              <a:ext cx="296191" cy="100756"/>
            </a:xfrm>
            <a:prstGeom prst="rect">
              <a:avLst/>
            </a:prstGeom>
          </p:spPr>
        </p:pic>
        <p:pic>
          <p:nvPicPr>
            <p:cNvPr id="49" name="object 49"/>
            <p:cNvPicPr/>
            <p:nvPr/>
          </p:nvPicPr>
          <p:blipFill>
            <a:blip r:embed="rId7" cstate="print"/>
            <a:stretch>
              <a:fillRect/>
            </a:stretch>
          </p:blipFill>
          <p:spPr>
            <a:xfrm>
              <a:off x="996483" y="9979110"/>
              <a:ext cx="852966" cy="259433"/>
            </a:xfrm>
            <a:prstGeom prst="rect">
              <a:avLst/>
            </a:prstGeom>
          </p:spPr>
        </p:pic>
      </p:grpSp>
      <p:sp>
        <p:nvSpPr>
          <p:cNvPr id="52" name="object 52"/>
          <p:cNvSpPr txBox="1"/>
          <p:nvPr/>
        </p:nvSpPr>
        <p:spPr>
          <a:xfrm>
            <a:off x="576000" y="2818213"/>
            <a:ext cx="4044992" cy="1040670"/>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lang="it-IT" sz="1100" dirty="0">
              <a:latin typeface="Arial Black"/>
              <a:cs typeface="Arial Black"/>
            </a:endParaRPr>
          </a:p>
          <a:p>
            <a:pPr marL="12700" marR="5080">
              <a:lnSpc>
                <a:spcPts val="2500"/>
              </a:lnSpc>
            </a:pPr>
            <a:r>
              <a:rPr lang="it-IT" sz="1600" spc="-155" dirty="0">
                <a:solidFill>
                  <a:srgbClr val="00C5C9"/>
                </a:solidFill>
                <a:latin typeface="Lucida Sans Unicode"/>
                <a:cs typeface="Lucida Sans Unicode"/>
              </a:rPr>
              <a:t>Cerca i dati riguardanti le squadre che hanno partecipato a un campionato</a:t>
            </a:r>
            <a:endParaRPr lang="it-IT" sz="1600" dirty="0">
              <a:latin typeface="Lucida Sans Unicode"/>
              <a:cs typeface="Lucida Sans Unicode"/>
            </a:endParaRPr>
          </a:p>
        </p:txBody>
      </p:sp>
      <p:sp>
        <p:nvSpPr>
          <p:cNvPr id="96" name="object 52">
            <a:extLst>
              <a:ext uri="{FF2B5EF4-FFF2-40B4-BE49-F238E27FC236}">
                <a16:creationId xmlns:a16="http://schemas.microsoft.com/office/drawing/2014/main" id="{1CD5F028-CDB8-1421-58B2-4A956C17CEEC}"/>
              </a:ext>
            </a:extLst>
          </p:cNvPr>
          <p:cNvSpPr txBox="1"/>
          <p:nvPr/>
        </p:nvSpPr>
        <p:spPr>
          <a:xfrm>
            <a:off x="595846" y="4301710"/>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Aurora</a:t>
            </a:r>
            <a:endParaRPr dirty="0">
              <a:latin typeface="Lucida Sans Unicode"/>
              <a:cs typeface="Lucida Sans Unicode"/>
            </a:endParaRPr>
          </a:p>
        </p:txBody>
      </p:sp>
      <p:sp>
        <p:nvSpPr>
          <p:cNvPr id="97" name="object 52">
            <a:extLst>
              <a:ext uri="{FF2B5EF4-FFF2-40B4-BE49-F238E27FC236}">
                <a16:creationId xmlns:a16="http://schemas.microsoft.com/office/drawing/2014/main" id="{5401679A-EAD1-EC17-EEE9-159D88A280A8}"/>
              </a:ext>
            </a:extLst>
          </p:cNvPr>
          <p:cNvSpPr txBox="1"/>
          <p:nvPr/>
        </p:nvSpPr>
        <p:spPr>
          <a:xfrm>
            <a:off x="5478080" y="5172067"/>
            <a:ext cx="4319850" cy="2126223"/>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200" dirty="0">
              <a:latin typeface="Arial Black"/>
              <a:cs typeface="Arial Black"/>
            </a:endParaRPr>
          </a:p>
          <a:p>
            <a:pPr marL="12700" marR="5080"/>
            <a:r>
              <a:rPr lang="it-IT" sz="1600" spc="-155" dirty="0">
                <a:solidFill>
                  <a:srgbClr val="00C5C9"/>
                </a:solidFill>
                <a:latin typeface="Lucida Sans Unicode"/>
                <a:cs typeface="Lucida Sans Unicode"/>
              </a:rPr>
              <a:t>Deve cercare nella barra di ricerca del sito “Campionati”, dopo averci cliccato si apre un menu a tendina dove può selezionare il campionato desiderato. In questo modo si arriva alla pagina dei Campionati dove può filtrare le informazioni tramite lo strumento filtro.</a:t>
            </a:r>
          </a:p>
          <a:p>
            <a:pPr marL="12700" marR="5080"/>
            <a:endParaRPr lang="it-IT" sz="1400" spc="-155" dirty="0">
              <a:solidFill>
                <a:srgbClr val="00C5C9"/>
              </a:solidFill>
              <a:latin typeface="Lucida Sans Unicode"/>
              <a:cs typeface="Lucida Sans Unicode"/>
            </a:endParaRPr>
          </a:p>
        </p:txBody>
      </p:sp>
      <p:sp>
        <p:nvSpPr>
          <p:cNvPr id="98" name="object 52">
            <a:extLst>
              <a:ext uri="{FF2B5EF4-FFF2-40B4-BE49-F238E27FC236}">
                <a16:creationId xmlns:a16="http://schemas.microsoft.com/office/drawing/2014/main" id="{6C4AA36C-C71E-6DE1-B764-ADA0BB862535}"/>
              </a:ext>
            </a:extLst>
          </p:cNvPr>
          <p:cNvSpPr txBox="1"/>
          <p:nvPr/>
        </p:nvSpPr>
        <p:spPr>
          <a:xfrm>
            <a:off x="547983" y="7212344"/>
            <a:ext cx="4017491" cy="418063"/>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p:txBody>
      </p:sp>
      <p:sp>
        <p:nvSpPr>
          <p:cNvPr id="99" name="object 2">
            <a:extLst>
              <a:ext uri="{FF2B5EF4-FFF2-40B4-BE49-F238E27FC236}">
                <a16:creationId xmlns:a16="http://schemas.microsoft.com/office/drawing/2014/main" id="{29C274E2-4763-570C-6AE6-9E8389AEB569}"/>
              </a:ext>
            </a:extLst>
          </p:cNvPr>
          <p:cNvSpPr txBox="1"/>
          <p:nvPr/>
        </p:nvSpPr>
        <p:spPr>
          <a:xfrm>
            <a:off x="10458835"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RICERCA  INFORMAZIONI</a:t>
            </a:r>
            <a:endParaRPr sz="1500" dirty="0">
              <a:latin typeface="Arial Black"/>
              <a:cs typeface="Arial Black"/>
            </a:endParaRPr>
          </a:p>
        </p:txBody>
      </p:sp>
      <p:sp>
        <p:nvSpPr>
          <p:cNvPr id="100" name="object 2">
            <a:extLst>
              <a:ext uri="{FF2B5EF4-FFF2-40B4-BE49-F238E27FC236}">
                <a16:creationId xmlns:a16="http://schemas.microsoft.com/office/drawing/2014/main" id="{305E3018-82A4-6320-C9C2-55FF7709FA39}"/>
              </a:ext>
            </a:extLst>
          </p:cNvPr>
          <p:cNvSpPr txBox="1"/>
          <p:nvPr/>
        </p:nvSpPr>
        <p:spPr>
          <a:xfrm>
            <a:off x="5493671" y="2290580"/>
            <a:ext cx="4043498" cy="328936"/>
          </a:xfrm>
          <a:prstGeom prst="rect">
            <a:avLst/>
          </a:prstGeom>
          <a:ln w="19558">
            <a:solidFill>
              <a:srgbClr val="00C5C9"/>
            </a:solidFill>
          </a:ln>
        </p:spPr>
        <p:txBody>
          <a:bodyPr vert="horz" wrap="square" lIns="0" tIns="97155" rIns="0" bIns="0" rtlCol="0">
            <a:spAutoFit/>
          </a:bodyPr>
          <a:lstStyle/>
          <a:p>
            <a:pPr marL="591820">
              <a:lnSpc>
                <a:spcPct val="100000"/>
              </a:lnSpc>
              <a:spcBef>
                <a:spcPts val="765"/>
              </a:spcBef>
            </a:pPr>
            <a:r>
              <a:rPr lang="it-IT" sz="1500" spc="-254" dirty="0">
                <a:solidFill>
                  <a:srgbClr val="00C5C9"/>
                </a:solidFill>
                <a:latin typeface="Arial Black"/>
                <a:cs typeface="Arial Black"/>
              </a:rPr>
              <a:t>                 RICERCA  INFORMAZIONI</a:t>
            </a:r>
            <a:endParaRPr sz="1500" dirty="0">
              <a:latin typeface="Arial Black"/>
              <a:cs typeface="Arial Black"/>
            </a:endParaRPr>
          </a:p>
        </p:txBody>
      </p:sp>
      <p:sp>
        <p:nvSpPr>
          <p:cNvPr id="103" name="object 52">
            <a:extLst>
              <a:ext uri="{FF2B5EF4-FFF2-40B4-BE49-F238E27FC236}">
                <a16:creationId xmlns:a16="http://schemas.microsoft.com/office/drawing/2014/main" id="{C7CA6673-F10A-EAA2-0B9D-6602DFB55F8A}"/>
              </a:ext>
            </a:extLst>
          </p:cNvPr>
          <p:cNvSpPr txBox="1"/>
          <p:nvPr/>
        </p:nvSpPr>
        <p:spPr>
          <a:xfrm>
            <a:off x="10408354" y="2870109"/>
            <a:ext cx="4044992" cy="1048364"/>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Cerca consigli riguardanti come vengono fatte le attuali analisi dai migliori analisti </a:t>
            </a:r>
            <a:endParaRPr dirty="0">
              <a:latin typeface="Lucida Sans Unicode"/>
              <a:cs typeface="Lucida Sans Unicode"/>
            </a:endParaRPr>
          </a:p>
        </p:txBody>
      </p:sp>
      <p:sp>
        <p:nvSpPr>
          <p:cNvPr id="104" name="object 52">
            <a:extLst>
              <a:ext uri="{FF2B5EF4-FFF2-40B4-BE49-F238E27FC236}">
                <a16:creationId xmlns:a16="http://schemas.microsoft.com/office/drawing/2014/main" id="{E00E83CC-9D18-637E-6946-2812F6AD9B0C}"/>
              </a:ext>
            </a:extLst>
          </p:cNvPr>
          <p:cNvSpPr txBox="1"/>
          <p:nvPr/>
        </p:nvSpPr>
        <p:spPr>
          <a:xfrm>
            <a:off x="5597015"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Aurora</a:t>
            </a:r>
            <a:endParaRPr dirty="0">
              <a:latin typeface="Lucida Sans Unicode"/>
              <a:cs typeface="Lucida Sans Unicode"/>
            </a:endParaRPr>
          </a:p>
        </p:txBody>
      </p:sp>
      <p:sp>
        <p:nvSpPr>
          <p:cNvPr id="105" name="object 52">
            <a:extLst>
              <a:ext uri="{FF2B5EF4-FFF2-40B4-BE49-F238E27FC236}">
                <a16:creationId xmlns:a16="http://schemas.microsoft.com/office/drawing/2014/main" id="{48B5B760-418C-3DBD-5760-0A6D900C58E5}"/>
              </a:ext>
            </a:extLst>
          </p:cNvPr>
          <p:cNvSpPr txBox="1"/>
          <p:nvPr/>
        </p:nvSpPr>
        <p:spPr>
          <a:xfrm>
            <a:off x="10497969" y="4295635"/>
            <a:ext cx="3865761" cy="743152"/>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ATTORI</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pc="-155" dirty="0">
                <a:solidFill>
                  <a:srgbClr val="00C5C9"/>
                </a:solidFill>
                <a:latin typeface="Lucida Sans Unicode"/>
                <a:cs typeface="Lucida Sans Unicode"/>
              </a:rPr>
              <a:t>Aurora</a:t>
            </a:r>
            <a:endParaRPr dirty="0">
              <a:latin typeface="Lucida Sans Unicode"/>
              <a:cs typeface="Lucida Sans Unicode"/>
            </a:endParaRPr>
          </a:p>
        </p:txBody>
      </p:sp>
      <p:sp>
        <p:nvSpPr>
          <p:cNvPr id="107" name="object 52">
            <a:extLst>
              <a:ext uri="{FF2B5EF4-FFF2-40B4-BE49-F238E27FC236}">
                <a16:creationId xmlns:a16="http://schemas.microsoft.com/office/drawing/2014/main" id="{450DDC5A-13D1-DFB5-53DC-C0FB5E1B01F9}"/>
              </a:ext>
            </a:extLst>
          </p:cNvPr>
          <p:cNvSpPr txBox="1"/>
          <p:nvPr/>
        </p:nvSpPr>
        <p:spPr>
          <a:xfrm>
            <a:off x="10405887" y="5198673"/>
            <a:ext cx="4042060" cy="1649169"/>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p>
          <a:p>
            <a:pPr>
              <a:spcBef>
                <a:spcPts val="25"/>
              </a:spcBef>
            </a:pPr>
            <a:endParaRPr lang="it-IT" sz="1100" dirty="0">
              <a:latin typeface="Arial Black"/>
              <a:cs typeface="Arial Black"/>
            </a:endParaRPr>
          </a:p>
          <a:p>
            <a:pPr marL="12700" marR="5080"/>
            <a:r>
              <a:rPr lang="it-IT" sz="1600" spc="-155" dirty="0">
                <a:solidFill>
                  <a:srgbClr val="00C5C9"/>
                </a:solidFill>
                <a:latin typeface="Lucida Sans Unicode"/>
                <a:cs typeface="Lucida Sans Unicode"/>
              </a:rPr>
              <a:t>Deve cercare nella barra di ricerca del sito “Forum”,  qui saranno presenti delle chat comuni dove si può discutere di calcio, ma anche di consigli da parte di esperti su come analizzare al meglio le informazioni e i dati.</a:t>
            </a:r>
          </a:p>
        </p:txBody>
      </p:sp>
      <p:sp>
        <p:nvSpPr>
          <p:cNvPr id="108" name="object 52">
            <a:extLst>
              <a:ext uri="{FF2B5EF4-FFF2-40B4-BE49-F238E27FC236}">
                <a16:creationId xmlns:a16="http://schemas.microsoft.com/office/drawing/2014/main" id="{5BADF761-A4CA-EF33-CE51-F99524828E04}"/>
              </a:ext>
            </a:extLst>
          </p:cNvPr>
          <p:cNvSpPr txBox="1"/>
          <p:nvPr/>
        </p:nvSpPr>
        <p:spPr>
          <a:xfrm>
            <a:off x="5531962" y="7225024"/>
            <a:ext cx="4017491" cy="1061829"/>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p>
          <a:p>
            <a:pPr marL="15875">
              <a:spcBef>
                <a:spcPts val="740"/>
              </a:spcBef>
            </a:pPr>
            <a:r>
              <a:rPr lang="it-IT" spc="-155" dirty="0">
                <a:solidFill>
                  <a:srgbClr val="00C5C9"/>
                </a:solidFill>
                <a:latin typeface="Lucida Sans Unicode"/>
                <a:cs typeface="Lucida Sans Unicode"/>
              </a:rPr>
              <a:t>Aurora trova la terminologia molto complessa e specifica</a:t>
            </a:r>
            <a:endParaRPr dirty="0">
              <a:latin typeface="Arial Black"/>
              <a:cs typeface="Arial Black"/>
            </a:endParaRPr>
          </a:p>
          <a:p>
            <a:pPr>
              <a:lnSpc>
                <a:spcPct val="100000"/>
              </a:lnSpc>
              <a:spcBef>
                <a:spcPts val="25"/>
              </a:spcBef>
            </a:pPr>
            <a:endParaRPr sz="1100" dirty="0">
              <a:latin typeface="Arial Black"/>
              <a:cs typeface="Arial Black"/>
            </a:endParaRPr>
          </a:p>
        </p:txBody>
      </p:sp>
      <p:sp>
        <p:nvSpPr>
          <p:cNvPr id="109" name="object 52">
            <a:extLst>
              <a:ext uri="{FF2B5EF4-FFF2-40B4-BE49-F238E27FC236}">
                <a16:creationId xmlns:a16="http://schemas.microsoft.com/office/drawing/2014/main" id="{F3A8E2AD-AFE8-4564-01A2-2AF9A12C7B65}"/>
              </a:ext>
            </a:extLst>
          </p:cNvPr>
          <p:cNvSpPr txBox="1"/>
          <p:nvPr/>
        </p:nvSpPr>
        <p:spPr>
          <a:xfrm>
            <a:off x="10405887" y="7158805"/>
            <a:ext cx="4017491" cy="1032975"/>
          </a:xfrm>
          <a:prstGeom prst="rect">
            <a:avLst/>
          </a:prstGeom>
        </p:spPr>
        <p:txBody>
          <a:bodyPr vert="horz" wrap="square" lIns="0" tIns="93980" rIns="0" bIns="0" rtlCol="0">
            <a:spAutoFit/>
          </a:bodyPr>
          <a:lstStyle/>
          <a:p>
            <a:pPr marL="15875">
              <a:lnSpc>
                <a:spcPct val="100000"/>
              </a:lnSpc>
              <a:spcBef>
                <a:spcPts val="740"/>
              </a:spcBef>
            </a:pPr>
            <a:r>
              <a:rPr lang="it-IT" sz="1000" spc="-45" dirty="0">
                <a:solidFill>
                  <a:srgbClr val="6E6E6D"/>
                </a:solidFill>
                <a:latin typeface="Arial Black"/>
                <a:cs typeface="Arial Black"/>
              </a:rPr>
              <a:t>Criticità</a:t>
            </a:r>
            <a:endParaRPr sz="1100" dirty="0">
              <a:latin typeface="Arial Black"/>
              <a:cs typeface="Arial Black"/>
            </a:endParaRPr>
          </a:p>
          <a:p>
            <a:pPr>
              <a:lnSpc>
                <a:spcPct val="100000"/>
              </a:lnSpc>
              <a:spcBef>
                <a:spcPts val="25"/>
              </a:spcBef>
            </a:pPr>
            <a:endParaRPr sz="1100" dirty="0">
              <a:latin typeface="Arial Black"/>
              <a:cs typeface="Arial Black"/>
            </a:endParaRPr>
          </a:p>
          <a:p>
            <a:pPr marL="12700" marR="5080">
              <a:lnSpc>
                <a:spcPts val="2500"/>
              </a:lnSpc>
            </a:pPr>
            <a:r>
              <a:rPr lang="it-IT" sz="1400" spc="-155" dirty="0">
                <a:solidFill>
                  <a:srgbClr val="00C5C9"/>
                </a:solidFill>
                <a:latin typeface="Lucida Sans Unicode"/>
                <a:cs typeface="Lucida Sans Unicode"/>
              </a:rPr>
              <a:t>Aurora pensa che la disposizione delle informazioni sia frammentaria e difficile da trovare</a:t>
            </a:r>
            <a:endParaRPr sz="1400" dirty="0">
              <a:latin typeface="Lucida Sans Unicode"/>
              <a:cs typeface="Lucida Sans Unicode"/>
            </a:endParaRPr>
          </a:p>
        </p:txBody>
      </p:sp>
      <p:grpSp>
        <p:nvGrpSpPr>
          <p:cNvPr id="183" name="object 30">
            <a:extLst>
              <a:ext uri="{FF2B5EF4-FFF2-40B4-BE49-F238E27FC236}">
                <a16:creationId xmlns:a16="http://schemas.microsoft.com/office/drawing/2014/main" id="{4BEC27BB-1C7F-727B-FC64-B7A1A0115ADF}"/>
              </a:ext>
            </a:extLst>
          </p:cNvPr>
          <p:cNvGrpSpPr/>
          <p:nvPr/>
        </p:nvGrpSpPr>
        <p:grpSpPr>
          <a:xfrm>
            <a:off x="912393" y="8440622"/>
            <a:ext cx="13642340" cy="121894"/>
            <a:chOff x="912393" y="8440622"/>
            <a:chExt cx="13642340" cy="121894"/>
          </a:xfrm>
        </p:grpSpPr>
        <p:sp>
          <p:nvSpPr>
            <p:cNvPr id="184" name="object 31">
              <a:extLst>
                <a:ext uri="{FF2B5EF4-FFF2-40B4-BE49-F238E27FC236}">
                  <a16:creationId xmlns:a16="http://schemas.microsoft.com/office/drawing/2014/main" id="{BD32D000-9447-9FC4-FDC5-501B267984C4}"/>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85" name="object 32">
              <a:extLst>
                <a:ext uri="{FF2B5EF4-FFF2-40B4-BE49-F238E27FC236}">
                  <a16:creationId xmlns:a16="http://schemas.microsoft.com/office/drawing/2014/main" id="{F60D72A5-9611-AF75-C045-A706BDADFBB7}"/>
                </a:ext>
              </a:extLst>
            </p:cNvPr>
            <p:cNvPicPr/>
            <p:nvPr/>
          </p:nvPicPr>
          <p:blipFill>
            <a:blip r:embed="rId8" cstate="print"/>
            <a:stretch>
              <a:fillRect/>
            </a:stretch>
          </p:blipFill>
          <p:spPr>
            <a:xfrm>
              <a:off x="2792756" y="8440622"/>
              <a:ext cx="121894" cy="121894"/>
            </a:xfrm>
            <a:prstGeom prst="rect">
              <a:avLst/>
            </a:prstGeom>
          </p:spPr>
        </p:pic>
        <p:pic>
          <p:nvPicPr>
            <p:cNvPr id="187" name="object 34">
              <a:extLst>
                <a:ext uri="{FF2B5EF4-FFF2-40B4-BE49-F238E27FC236}">
                  <a16:creationId xmlns:a16="http://schemas.microsoft.com/office/drawing/2014/main" id="{B3156130-722B-466D-C6C5-B43DA76A2690}"/>
                </a:ext>
              </a:extLst>
            </p:cNvPr>
            <p:cNvPicPr/>
            <p:nvPr/>
          </p:nvPicPr>
          <p:blipFill>
            <a:blip r:embed="rId9" cstate="print"/>
            <a:stretch>
              <a:fillRect/>
            </a:stretch>
          </p:blipFill>
          <p:spPr>
            <a:xfrm>
              <a:off x="7639050" y="8440622"/>
              <a:ext cx="121894" cy="121894"/>
            </a:xfrm>
            <a:prstGeom prst="rect">
              <a:avLst/>
            </a:prstGeom>
          </p:spPr>
        </p:pic>
        <p:pic>
          <p:nvPicPr>
            <p:cNvPr id="189" name="object 36">
              <a:extLst>
                <a:ext uri="{FF2B5EF4-FFF2-40B4-BE49-F238E27FC236}">
                  <a16:creationId xmlns:a16="http://schemas.microsoft.com/office/drawing/2014/main" id="{D95B453B-1516-95B1-6197-5ABCA4AA7400}"/>
                </a:ext>
              </a:extLst>
            </p:cNvPr>
            <p:cNvPicPr/>
            <p:nvPr/>
          </p:nvPicPr>
          <p:blipFill>
            <a:blip r:embed="rId8" cstate="print"/>
            <a:stretch>
              <a:fillRect/>
            </a:stretch>
          </p:blipFill>
          <p:spPr>
            <a:xfrm>
              <a:off x="12515850" y="8440622"/>
              <a:ext cx="121894" cy="121894"/>
            </a:xfrm>
            <a:prstGeom prst="rect">
              <a:avLst/>
            </a:prstGeom>
          </p:spPr>
        </p:pic>
      </p:grpSp>
      <p:grpSp>
        <p:nvGrpSpPr>
          <p:cNvPr id="191" name="object 30">
            <a:extLst>
              <a:ext uri="{FF2B5EF4-FFF2-40B4-BE49-F238E27FC236}">
                <a16:creationId xmlns:a16="http://schemas.microsoft.com/office/drawing/2014/main" id="{914650B6-64F0-D842-B3E4-C3C8AF8A2E6C}"/>
              </a:ext>
            </a:extLst>
          </p:cNvPr>
          <p:cNvGrpSpPr/>
          <p:nvPr/>
        </p:nvGrpSpPr>
        <p:grpSpPr>
          <a:xfrm>
            <a:off x="912393" y="8732126"/>
            <a:ext cx="13642340" cy="121894"/>
            <a:chOff x="912393" y="8440622"/>
            <a:chExt cx="13642340" cy="121894"/>
          </a:xfrm>
        </p:grpSpPr>
        <p:sp>
          <p:nvSpPr>
            <p:cNvPr id="192" name="object 31">
              <a:extLst>
                <a:ext uri="{FF2B5EF4-FFF2-40B4-BE49-F238E27FC236}">
                  <a16:creationId xmlns:a16="http://schemas.microsoft.com/office/drawing/2014/main" id="{8E65EEA8-39FB-BFCC-50E4-235472D0B79F}"/>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3" name="object 32">
              <a:extLst>
                <a:ext uri="{FF2B5EF4-FFF2-40B4-BE49-F238E27FC236}">
                  <a16:creationId xmlns:a16="http://schemas.microsoft.com/office/drawing/2014/main" id="{F843867C-7A3C-2C6A-A7D2-7AB2CCD5C6E3}"/>
                </a:ext>
              </a:extLst>
            </p:cNvPr>
            <p:cNvPicPr/>
            <p:nvPr/>
          </p:nvPicPr>
          <p:blipFill>
            <a:blip r:embed="rId8" cstate="print"/>
            <a:stretch>
              <a:fillRect/>
            </a:stretch>
          </p:blipFill>
          <p:spPr>
            <a:xfrm>
              <a:off x="2792756" y="8440622"/>
              <a:ext cx="121894" cy="121894"/>
            </a:xfrm>
            <a:prstGeom prst="rect">
              <a:avLst/>
            </a:prstGeom>
          </p:spPr>
        </p:pic>
        <p:pic>
          <p:nvPicPr>
            <p:cNvPr id="194" name="object 34">
              <a:extLst>
                <a:ext uri="{FF2B5EF4-FFF2-40B4-BE49-F238E27FC236}">
                  <a16:creationId xmlns:a16="http://schemas.microsoft.com/office/drawing/2014/main" id="{807F4584-AAB2-B171-44CF-14B6F9B3D54A}"/>
                </a:ext>
              </a:extLst>
            </p:cNvPr>
            <p:cNvPicPr/>
            <p:nvPr/>
          </p:nvPicPr>
          <p:blipFill>
            <a:blip r:embed="rId9" cstate="print"/>
            <a:stretch>
              <a:fillRect/>
            </a:stretch>
          </p:blipFill>
          <p:spPr>
            <a:xfrm>
              <a:off x="7639050" y="8440622"/>
              <a:ext cx="121894" cy="121894"/>
            </a:xfrm>
            <a:prstGeom prst="rect">
              <a:avLst/>
            </a:prstGeom>
          </p:spPr>
        </p:pic>
        <p:pic>
          <p:nvPicPr>
            <p:cNvPr id="195" name="object 36">
              <a:extLst>
                <a:ext uri="{FF2B5EF4-FFF2-40B4-BE49-F238E27FC236}">
                  <a16:creationId xmlns:a16="http://schemas.microsoft.com/office/drawing/2014/main" id="{8B266E29-1E76-926B-6360-3B9336587BA5}"/>
                </a:ext>
              </a:extLst>
            </p:cNvPr>
            <p:cNvPicPr/>
            <p:nvPr/>
          </p:nvPicPr>
          <p:blipFill>
            <a:blip r:embed="rId8" cstate="print"/>
            <a:stretch>
              <a:fillRect/>
            </a:stretch>
          </p:blipFill>
          <p:spPr>
            <a:xfrm>
              <a:off x="12515850" y="8440622"/>
              <a:ext cx="121894" cy="121894"/>
            </a:xfrm>
            <a:prstGeom prst="rect">
              <a:avLst/>
            </a:prstGeom>
          </p:spPr>
        </p:pic>
      </p:grpSp>
      <p:grpSp>
        <p:nvGrpSpPr>
          <p:cNvPr id="196" name="object 30">
            <a:extLst>
              <a:ext uri="{FF2B5EF4-FFF2-40B4-BE49-F238E27FC236}">
                <a16:creationId xmlns:a16="http://schemas.microsoft.com/office/drawing/2014/main" id="{2C09CED5-024C-87AC-6517-032D66114076}"/>
              </a:ext>
            </a:extLst>
          </p:cNvPr>
          <p:cNvGrpSpPr/>
          <p:nvPr/>
        </p:nvGrpSpPr>
        <p:grpSpPr>
          <a:xfrm>
            <a:off x="912393" y="9003116"/>
            <a:ext cx="13642340" cy="121894"/>
            <a:chOff x="912393" y="8440622"/>
            <a:chExt cx="13642340" cy="121894"/>
          </a:xfrm>
        </p:grpSpPr>
        <p:sp>
          <p:nvSpPr>
            <p:cNvPr id="197" name="object 31">
              <a:extLst>
                <a:ext uri="{FF2B5EF4-FFF2-40B4-BE49-F238E27FC236}">
                  <a16:creationId xmlns:a16="http://schemas.microsoft.com/office/drawing/2014/main" id="{76CE4397-BA2E-D8DE-BFD6-478C2CCFB08E}"/>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198" name="object 32">
              <a:extLst>
                <a:ext uri="{FF2B5EF4-FFF2-40B4-BE49-F238E27FC236}">
                  <a16:creationId xmlns:a16="http://schemas.microsoft.com/office/drawing/2014/main" id="{91635217-863D-8170-E7EC-5B699889084B}"/>
                </a:ext>
              </a:extLst>
            </p:cNvPr>
            <p:cNvPicPr/>
            <p:nvPr/>
          </p:nvPicPr>
          <p:blipFill>
            <a:blip r:embed="rId8" cstate="print"/>
            <a:stretch>
              <a:fillRect/>
            </a:stretch>
          </p:blipFill>
          <p:spPr>
            <a:xfrm>
              <a:off x="2792756" y="8440622"/>
              <a:ext cx="121894" cy="121894"/>
            </a:xfrm>
            <a:prstGeom prst="rect">
              <a:avLst/>
            </a:prstGeom>
          </p:spPr>
        </p:pic>
        <p:pic>
          <p:nvPicPr>
            <p:cNvPr id="199" name="object 34">
              <a:extLst>
                <a:ext uri="{FF2B5EF4-FFF2-40B4-BE49-F238E27FC236}">
                  <a16:creationId xmlns:a16="http://schemas.microsoft.com/office/drawing/2014/main" id="{670DC757-32B0-5A49-6455-464B0454405D}"/>
                </a:ext>
              </a:extLst>
            </p:cNvPr>
            <p:cNvPicPr/>
            <p:nvPr/>
          </p:nvPicPr>
          <p:blipFill>
            <a:blip r:embed="rId9" cstate="print"/>
            <a:stretch>
              <a:fillRect/>
            </a:stretch>
          </p:blipFill>
          <p:spPr>
            <a:xfrm>
              <a:off x="7639050" y="8440622"/>
              <a:ext cx="121894" cy="121894"/>
            </a:xfrm>
            <a:prstGeom prst="rect">
              <a:avLst/>
            </a:prstGeom>
          </p:spPr>
        </p:pic>
        <p:pic>
          <p:nvPicPr>
            <p:cNvPr id="200" name="object 36">
              <a:extLst>
                <a:ext uri="{FF2B5EF4-FFF2-40B4-BE49-F238E27FC236}">
                  <a16:creationId xmlns:a16="http://schemas.microsoft.com/office/drawing/2014/main" id="{DA1C0859-49AF-9F4E-63AD-42DA3DFAAB2C}"/>
                </a:ext>
              </a:extLst>
            </p:cNvPr>
            <p:cNvPicPr/>
            <p:nvPr/>
          </p:nvPicPr>
          <p:blipFill>
            <a:blip r:embed="rId8" cstate="print"/>
            <a:stretch>
              <a:fillRect/>
            </a:stretch>
          </p:blipFill>
          <p:spPr>
            <a:xfrm>
              <a:off x="12515850" y="8440622"/>
              <a:ext cx="121894" cy="121894"/>
            </a:xfrm>
            <a:prstGeom prst="rect">
              <a:avLst/>
            </a:prstGeom>
          </p:spPr>
        </p:pic>
      </p:grpSp>
      <p:grpSp>
        <p:nvGrpSpPr>
          <p:cNvPr id="201" name="object 30">
            <a:extLst>
              <a:ext uri="{FF2B5EF4-FFF2-40B4-BE49-F238E27FC236}">
                <a16:creationId xmlns:a16="http://schemas.microsoft.com/office/drawing/2014/main" id="{A24B29A4-4038-1020-57DF-87F79093239A}"/>
              </a:ext>
            </a:extLst>
          </p:cNvPr>
          <p:cNvGrpSpPr/>
          <p:nvPr/>
        </p:nvGrpSpPr>
        <p:grpSpPr>
          <a:xfrm>
            <a:off x="912393" y="9294620"/>
            <a:ext cx="13642340" cy="121894"/>
            <a:chOff x="912393" y="8440622"/>
            <a:chExt cx="13642340" cy="121894"/>
          </a:xfrm>
        </p:grpSpPr>
        <p:sp>
          <p:nvSpPr>
            <p:cNvPr id="202" name="object 31">
              <a:extLst>
                <a:ext uri="{FF2B5EF4-FFF2-40B4-BE49-F238E27FC236}">
                  <a16:creationId xmlns:a16="http://schemas.microsoft.com/office/drawing/2014/main" id="{CFF04723-D440-F477-F267-DE7D15AA9440}"/>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3" name="object 32">
              <a:extLst>
                <a:ext uri="{FF2B5EF4-FFF2-40B4-BE49-F238E27FC236}">
                  <a16:creationId xmlns:a16="http://schemas.microsoft.com/office/drawing/2014/main" id="{D60E6A62-7D0B-98EE-96CE-6232CF2B8E6B}"/>
                </a:ext>
              </a:extLst>
            </p:cNvPr>
            <p:cNvPicPr/>
            <p:nvPr/>
          </p:nvPicPr>
          <p:blipFill>
            <a:blip r:embed="rId8" cstate="print"/>
            <a:stretch>
              <a:fillRect/>
            </a:stretch>
          </p:blipFill>
          <p:spPr>
            <a:xfrm>
              <a:off x="2792756" y="8440622"/>
              <a:ext cx="121894" cy="121894"/>
            </a:xfrm>
            <a:prstGeom prst="rect">
              <a:avLst/>
            </a:prstGeom>
          </p:spPr>
        </p:pic>
        <p:pic>
          <p:nvPicPr>
            <p:cNvPr id="204" name="object 34">
              <a:extLst>
                <a:ext uri="{FF2B5EF4-FFF2-40B4-BE49-F238E27FC236}">
                  <a16:creationId xmlns:a16="http://schemas.microsoft.com/office/drawing/2014/main" id="{51C74CC2-80E8-F52B-F82B-D5D8E24E609D}"/>
                </a:ext>
              </a:extLst>
            </p:cNvPr>
            <p:cNvPicPr/>
            <p:nvPr/>
          </p:nvPicPr>
          <p:blipFill>
            <a:blip r:embed="rId9" cstate="print"/>
            <a:stretch>
              <a:fillRect/>
            </a:stretch>
          </p:blipFill>
          <p:spPr>
            <a:xfrm>
              <a:off x="7639050" y="8440622"/>
              <a:ext cx="121894" cy="121894"/>
            </a:xfrm>
            <a:prstGeom prst="rect">
              <a:avLst/>
            </a:prstGeom>
          </p:spPr>
        </p:pic>
        <p:pic>
          <p:nvPicPr>
            <p:cNvPr id="205" name="object 36">
              <a:extLst>
                <a:ext uri="{FF2B5EF4-FFF2-40B4-BE49-F238E27FC236}">
                  <a16:creationId xmlns:a16="http://schemas.microsoft.com/office/drawing/2014/main" id="{C25CC207-CC7F-5CE8-D1A6-81C620AABFB4}"/>
                </a:ext>
              </a:extLst>
            </p:cNvPr>
            <p:cNvPicPr/>
            <p:nvPr/>
          </p:nvPicPr>
          <p:blipFill>
            <a:blip r:embed="rId8" cstate="print"/>
            <a:stretch>
              <a:fillRect/>
            </a:stretch>
          </p:blipFill>
          <p:spPr>
            <a:xfrm>
              <a:off x="12515850" y="8440622"/>
              <a:ext cx="121894" cy="121894"/>
            </a:xfrm>
            <a:prstGeom prst="rect">
              <a:avLst/>
            </a:prstGeom>
          </p:spPr>
        </p:pic>
      </p:grpSp>
      <p:grpSp>
        <p:nvGrpSpPr>
          <p:cNvPr id="206" name="object 30">
            <a:extLst>
              <a:ext uri="{FF2B5EF4-FFF2-40B4-BE49-F238E27FC236}">
                <a16:creationId xmlns:a16="http://schemas.microsoft.com/office/drawing/2014/main" id="{D5A982D6-953B-970F-5AAE-F2C0EE92B791}"/>
              </a:ext>
            </a:extLst>
          </p:cNvPr>
          <p:cNvGrpSpPr/>
          <p:nvPr/>
        </p:nvGrpSpPr>
        <p:grpSpPr>
          <a:xfrm>
            <a:off x="913625" y="9560233"/>
            <a:ext cx="13642340" cy="121894"/>
            <a:chOff x="912393" y="8440622"/>
            <a:chExt cx="13642340" cy="121894"/>
          </a:xfrm>
        </p:grpSpPr>
        <p:sp>
          <p:nvSpPr>
            <p:cNvPr id="207" name="object 31">
              <a:extLst>
                <a:ext uri="{FF2B5EF4-FFF2-40B4-BE49-F238E27FC236}">
                  <a16:creationId xmlns:a16="http://schemas.microsoft.com/office/drawing/2014/main" id="{4F5DEB29-3FDC-1277-C415-744AF43AE852}"/>
                </a:ext>
              </a:extLst>
            </p:cNvPr>
            <p:cNvSpPr/>
            <p:nvPr/>
          </p:nvSpPr>
          <p:spPr>
            <a:xfrm>
              <a:off x="912393" y="8501569"/>
              <a:ext cx="13642340" cy="0"/>
            </a:xfrm>
            <a:custGeom>
              <a:avLst/>
              <a:gdLst/>
              <a:ahLst/>
              <a:cxnLst/>
              <a:rect l="l" t="t" r="r" b="b"/>
              <a:pathLst>
                <a:path w="13642340">
                  <a:moveTo>
                    <a:pt x="0" y="0"/>
                  </a:moveTo>
                  <a:lnTo>
                    <a:pt x="13641806" y="0"/>
                  </a:lnTo>
                </a:path>
              </a:pathLst>
            </a:custGeom>
            <a:ln w="12700">
              <a:solidFill>
                <a:srgbClr val="F5F5EF"/>
              </a:solidFill>
            </a:ln>
          </p:spPr>
          <p:txBody>
            <a:bodyPr wrap="square" lIns="0" tIns="0" rIns="0" bIns="0" rtlCol="0"/>
            <a:lstStyle/>
            <a:p>
              <a:endParaRPr/>
            </a:p>
          </p:txBody>
        </p:sp>
        <p:pic>
          <p:nvPicPr>
            <p:cNvPr id="208" name="object 32">
              <a:extLst>
                <a:ext uri="{FF2B5EF4-FFF2-40B4-BE49-F238E27FC236}">
                  <a16:creationId xmlns:a16="http://schemas.microsoft.com/office/drawing/2014/main" id="{9B5C32D7-76E2-4B87-382F-19DBBEEAFF8C}"/>
                </a:ext>
              </a:extLst>
            </p:cNvPr>
            <p:cNvPicPr/>
            <p:nvPr/>
          </p:nvPicPr>
          <p:blipFill>
            <a:blip r:embed="rId8" cstate="print"/>
            <a:stretch>
              <a:fillRect/>
            </a:stretch>
          </p:blipFill>
          <p:spPr>
            <a:xfrm>
              <a:off x="2792756" y="8440622"/>
              <a:ext cx="121894" cy="121894"/>
            </a:xfrm>
            <a:prstGeom prst="rect">
              <a:avLst/>
            </a:prstGeom>
          </p:spPr>
        </p:pic>
        <p:pic>
          <p:nvPicPr>
            <p:cNvPr id="209" name="object 34">
              <a:extLst>
                <a:ext uri="{FF2B5EF4-FFF2-40B4-BE49-F238E27FC236}">
                  <a16:creationId xmlns:a16="http://schemas.microsoft.com/office/drawing/2014/main" id="{966A87D1-EB2F-5030-023D-156658277DBB}"/>
                </a:ext>
              </a:extLst>
            </p:cNvPr>
            <p:cNvPicPr/>
            <p:nvPr/>
          </p:nvPicPr>
          <p:blipFill>
            <a:blip r:embed="rId9" cstate="print"/>
            <a:stretch>
              <a:fillRect/>
            </a:stretch>
          </p:blipFill>
          <p:spPr>
            <a:xfrm>
              <a:off x="7639050" y="8440622"/>
              <a:ext cx="121894" cy="121894"/>
            </a:xfrm>
            <a:prstGeom prst="rect">
              <a:avLst/>
            </a:prstGeom>
          </p:spPr>
        </p:pic>
        <p:pic>
          <p:nvPicPr>
            <p:cNvPr id="210" name="object 36">
              <a:extLst>
                <a:ext uri="{FF2B5EF4-FFF2-40B4-BE49-F238E27FC236}">
                  <a16:creationId xmlns:a16="http://schemas.microsoft.com/office/drawing/2014/main" id="{221AC367-30FD-EA01-3DAE-E43933E96081}"/>
                </a:ext>
              </a:extLst>
            </p:cNvPr>
            <p:cNvPicPr/>
            <p:nvPr/>
          </p:nvPicPr>
          <p:blipFill>
            <a:blip r:embed="rId8" cstate="print"/>
            <a:stretch>
              <a:fillRect/>
            </a:stretch>
          </p:blipFill>
          <p:spPr>
            <a:xfrm>
              <a:off x="12515850" y="8440622"/>
              <a:ext cx="121894" cy="121894"/>
            </a:xfrm>
            <a:prstGeom prst="rect">
              <a:avLst/>
            </a:prstGeom>
          </p:spPr>
        </p:pic>
      </p:grpSp>
      <p:cxnSp>
        <p:nvCxnSpPr>
          <p:cNvPr id="218" name="Connettore diritto 217">
            <a:extLst>
              <a:ext uri="{FF2B5EF4-FFF2-40B4-BE49-F238E27FC236}">
                <a16:creationId xmlns:a16="http://schemas.microsoft.com/office/drawing/2014/main" id="{39704202-D220-397A-BAC8-019DFC8C800C}"/>
              </a:ext>
            </a:extLst>
          </p:cNvPr>
          <p:cNvCxnSpPr>
            <a:cxnSpLocks/>
          </p:cNvCxnSpPr>
          <p:nvPr/>
        </p:nvCxnSpPr>
        <p:spPr>
          <a:xfrm>
            <a:off x="917395" y="8500458"/>
            <a:ext cx="1978312" cy="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19" name="Connettore diritto 218">
            <a:extLst>
              <a:ext uri="{FF2B5EF4-FFF2-40B4-BE49-F238E27FC236}">
                <a16:creationId xmlns:a16="http://schemas.microsoft.com/office/drawing/2014/main" id="{6AD93B51-43BD-13BA-0795-E28DDAD87768}"/>
              </a:ext>
            </a:extLst>
          </p:cNvPr>
          <p:cNvCxnSpPr>
            <a:cxnSpLocks/>
            <a:endCxn id="194" idx="3"/>
          </p:cNvCxnSpPr>
          <p:nvPr/>
        </p:nvCxnSpPr>
        <p:spPr>
          <a:xfrm>
            <a:off x="2824506" y="8509298"/>
            <a:ext cx="4936438" cy="283775"/>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cxnSp>
        <p:nvCxnSpPr>
          <p:cNvPr id="220" name="Connettore diritto 219">
            <a:extLst>
              <a:ext uri="{FF2B5EF4-FFF2-40B4-BE49-F238E27FC236}">
                <a16:creationId xmlns:a16="http://schemas.microsoft.com/office/drawing/2014/main" id="{6BD84E23-3261-9219-F5E8-4F9368F46615}"/>
              </a:ext>
            </a:extLst>
          </p:cNvPr>
          <p:cNvCxnSpPr>
            <a:cxnSpLocks/>
            <a:stCxn id="194" idx="1"/>
            <a:endCxn id="200" idx="3"/>
          </p:cNvCxnSpPr>
          <p:nvPr/>
        </p:nvCxnSpPr>
        <p:spPr>
          <a:xfrm>
            <a:off x="7639050" y="8793073"/>
            <a:ext cx="4998694" cy="270990"/>
          </a:xfrm>
          <a:prstGeom prst="line">
            <a:avLst/>
          </a:prstGeom>
          <a:effectLst>
            <a:outerShdw blurRad="40000" dist="23000" dir="5400000" rotWithShape="0">
              <a:srgbClr val="000000">
                <a:alpha val="35000"/>
              </a:srgbClr>
            </a:outerShdw>
          </a:effectLst>
        </p:spPr>
        <p:style>
          <a:lnRef idx="3">
            <a:schemeClr val="accent5"/>
          </a:lnRef>
          <a:fillRef idx="0">
            <a:schemeClr val="accent5"/>
          </a:fillRef>
          <a:effectRef idx="2">
            <a:schemeClr val="accent5"/>
          </a:effectRef>
          <a:fontRef idx="minor">
            <a:schemeClr val="tx1"/>
          </a:fontRef>
        </p:style>
      </p:cxnSp>
      <p:grpSp>
        <p:nvGrpSpPr>
          <p:cNvPr id="4" name="object 188">
            <a:extLst>
              <a:ext uri="{FF2B5EF4-FFF2-40B4-BE49-F238E27FC236}">
                <a16:creationId xmlns:a16="http://schemas.microsoft.com/office/drawing/2014/main" id="{ADA6950D-A442-0F90-32D7-116FF66A6113}"/>
              </a:ext>
            </a:extLst>
          </p:cNvPr>
          <p:cNvGrpSpPr/>
          <p:nvPr/>
        </p:nvGrpSpPr>
        <p:grpSpPr>
          <a:xfrm>
            <a:off x="566453" y="770233"/>
            <a:ext cx="1163320" cy="1238250"/>
            <a:chOff x="11940839" y="3743204"/>
            <a:chExt cx="1163320" cy="1238250"/>
          </a:xfrm>
        </p:grpSpPr>
        <p:sp>
          <p:nvSpPr>
            <p:cNvPr id="5" name="object 189">
              <a:extLst>
                <a:ext uri="{FF2B5EF4-FFF2-40B4-BE49-F238E27FC236}">
                  <a16:creationId xmlns:a16="http://schemas.microsoft.com/office/drawing/2014/main" id="{560A483E-C223-9A42-CA43-73AF328F5339}"/>
                </a:ext>
              </a:extLst>
            </p:cNvPr>
            <p:cNvSpPr/>
            <p:nvPr/>
          </p:nvSpPr>
          <p:spPr>
            <a:xfrm>
              <a:off x="11940839" y="3743204"/>
              <a:ext cx="1163320" cy="1163320"/>
            </a:xfrm>
            <a:custGeom>
              <a:avLst/>
              <a:gdLst/>
              <a:ahLst/>
              <a:cxnLst/>
              <a:rect l="l" t="t" r="r" b="b"/>
              <a:pathLst>
                <a:path w="1163319"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2" name="object 190">
              <a:extLst>
                <a:ext uri="{FF2B5EF4-FFF2-40B4-BE49-F238E27FC236}">
                  <a16:creationId xmlns:a16="http://schemas.microsoft.com/office/drawing/2014/main" id="{B657FE18-2CDE-1AC1-F298-AA83DF9D8003}"/>
                </a:ext>
              </a:extLst>
            </p:cNvPr>
            <p:cNvSpPr/>
            <p:nvPr/>
          </p:nvSpPr>
          <p:spPr>
            <a:xfrm>
              <a:off x="12161955" y="3885363"/>
              <a:ext cx="711835" cy="1079500"/>
            </a:xfrm>
            <a:custGeom>
              <a:avLst/>
              <a:gdLst/>
              <a:ahLst/>
              <a:cxnLst/>
              <a:rect l="l" t="t" r="r" b="b"/>
              <a:pathLst>
                <a:path w="711834" h="1079500">
                  <a:moveTo>
                    <a:pt x="359663" y="0"/>
                  </a:moveTo>
                  <a:lnTo>
                    <a:pt x="343455" y="2083"/>
                  </a:lnTo>
                  <a:lnTo>
                    <a:pt x="328664" y="8029"/>
                  </a:lnTo>
                  <a:lnTo>
                    <a:pt x="315867" y="17380"/>
                  </a:lnTo>
                  <a:lnTo>
                    <a:pt x="305638" y="29679"/>
                  </a:lnTo>
                  <a:lnTo>
                    <a:pt x="297047" y="24337"/>
                  </a:lnTo>
                  <a:lnTo>
                    <a:pt x="287747" y="20408"/>
                  </a:lnTo>
                  <a:lnTo>
                    <a:pt x="277899" y="17985"/>
                  </a:lnTo>
                  <a:lnTo>
                    <a:pt x="267665" y="17157"/>
                  </a:lnTo>
                  <a:lnTo>
                    <a:pt x="246773" y="20670"/>
                  </a:lnTo>
                  <a:lnTo>
                    <a:pt x="228703" y="30427"/>
                  </a:lnTo>
                  <a:lnTo>
                    <a:pt x="214606" y="45259"/>
                  </a:lnTo>
                  <a:lnTo>
                    <a:pt x="205638" y="63995"/>
                  </a:lnTo>
                  <a:lnTo>
                    <a:pt x="199720" y="62204"/>
                  </a:lnTo>
                  <a:lnTo>
                    <a:pt x="193535" y="61277"/>
                  </a:lnTo>
                  <a:lnTo>
                    <a:pt x="187236" y="61277"/>
                  </a:lnTo>
                  <a:lnTo>
                    <a:pt x="162056" y="66453"/>
                  </a:lnTo>
                  <a:lnTo>
                    <a:pt x="141470" y="80560"/>
                  </a:lnTo>
                  <a:lnTo>
                    <a:pt x="127576" y="101466"/>
                  </a:lnTo>
                  <a:lnTo>
                    <a:pt x="122478" y="127457"/>
                  </a:lnTo>
                  <a:lnTo>
                    <a:pt x="98094" y="133248"/>
                  </a:lnTo>
                  <a:lnTo>
                    <a:pt x="78239" y="147462"/>
                  </a:lnTo>
                  <a:lnTo>
                    <a:pt x="64884" y="168101"/>
                  </a:lnTo>
                  <a:lnTo>
                    <a:pt x="59994" y="193166"/>
                  </a:lnTo>
                  <a:lnTo>
                    <a:pt x="59994" y="199034"/>
                  </a:lnTo>
                  <a:lnTo>
                    <a:pt x="60807" y="204889"/>
                  </a:lnTo>
                  <a:lnTo>
                    <a:pt x="62395" y="210565"/>
                  </a:lnTo>
                  <a:lnTo>
                    <a:pt x="45225" y="220142"/>
                  </a:lnTo>
                  <a:lnTo>
                    <a:pt x="31746" y="234297"/>
                  </a:lnTo>
                  <a:lnTo>
                    <a:pt x="22940" y="251969"/>
                  </a:lnTo>
                  <a:lnTo>
                    <a:pt x="19786" y="272097"/>
                  </a:lnTo>
                  <a:lnTo>
                    <a:pt x="20340" y="280732"/>
                  </a:lnTo>
                  <a:lnTo>
                    <a:pt x="21977" y="289110"/>
                  </a:lnTo>
                  <a:lnTo>
                    <a:pt x="24662" y="297148"/>
                  </a:lnTo>
                  <a:lnTo>
                    <a:pt x="28359" y="304761"/>
                  </a:lnTo>
                  <a:lnTo>
                    <a:pt x="16566" y="315184"/>
                  </a:lnTo>
                  <a:lnTo>
                    <a:pt x="7635" y="328066"/>
                  </a:lnTo>
                  <a:lnTo>
                    <a:pt x="1977" y="342834"/>
                  </a:lnTo>
                  <a:lnTo>
                    <a:pt x="0" y="358914"/>
                  </a:lnTo>
                  <a:lnTo>
                    <a:pt x="2130" y="375680"/>
                  </a:lnTo>
                  <a:lnTo>
                    <a:pt x="8229" y="391017"/>
                  </a:lnTo>
                  <a:lnTo>
                    <a:pt x="17862" y="404263"/>
                  </a:lnTo>
                  <a:lnTo>
                    <a:pt x="30594" y="414756"/>
                  </a:lnTo>
                  <a:lnTo>
                    <a:pt x="27946" y="421743"/>
                  </a:lnTo>
                  <a:lnTo>
                    <a:pt x="25998" y="429039"/>
                  </a:lnTo>
                  <a:lnTo>
                    <a:pt x="24795" y="436603"/>
                  </a:lnTo>
                  <a:lnTo>
                    <a:pt x="24383" y="444398"/>
                  </a:lnTo>
                  <a:lnTo>
                    <a:pt x="30233" y="473300"/>
                  </a:lnTo>
                  <a:lnTo>
                    <a:pt x="46175" y="496927"/>
                  </a:lnTo>
                  <a:lnTo>
                    <a:pt x="69802" y="512869"/>
                  </a:lnTo>
                  <a:lnTo>
                    <a:pt x="98704" y="518718"/>
                  </a:lnTo>
                  <a:lnTo>
                    <a:pt x="100304" y="518718"/>
                  </a:lnTo>
                  <a:lnTo>
                    <a:pt x="100304" y="541921"/>
                  </a:lnTo>
                  <a:lnTo>
                    <a:pt x="102355" y="572037"/>
                  </a:lnTo>
                  <a:lnTo>
                    <a:pt x="108310" y="600919"/>
                  </a:lnTo>
                  <a:lnTo>
                    <a:pt x="117872" y="628325"/>
                  </a:lnTo>
                  <a:lnTo>
                    <a:pt x="130746" y="654011"/>
                  </a:lnTo>
                  <a:lnTo>
                    <a:pt x="128523" y="654684"/>
                  </a:lnTo>
                  <a:lnTo>
                    <a:pt x="86984" y="690680"/>
                  </a:lnTo>
                  <a:lnTo>
                    <a:pt x="56670" y="733953"/>
                  </a:lnTo>
                  <a:lnTo>
                    <a:pt x="37677" y="783134"/>
                  </a:lnTo>
                  <a:lnTo>
                    <a:pt x="31102" y="836167"/>
                  </a:lnTo>
                  <a:lnTo>
                    <a:pt x="31102" y="965606"/>
                  </a:lnTo>
                  <a:lnTo>
                    <a:pt x="31254" y="966088"/>
                  </a:lnTo>
                  <a:lnTo>
                    <a:pt x="24733" y="990367"/>
                  </a:lnTo>
                  <a:lnTo>
                    <a:pt x="19959" y="1015082"/>
                  </a:lnTo>
                  <a:lnTo>
                    <a:pt x="17026" y="1040144"/>
                  </a:lnTo>
                  <a:lnTo>
                    <a:pt x="16027" y="1065466"/>
                  </a:lnTo>
                  <a:lnTo>
                    <a:pt x="16027" y="1072870"/>
                  </a:lnTo>
                  <a:lnTo>
                    <a:pt x="22034" y="1078877"/>
                  </a:lnTo>
                  <a:lnTo>
                    <a:pt x="689203" y="1078877"/>
                  </a:lnTo>
                  <a:lnTo>
                    <a:pt x="695210" y="1072870"/>
                  </a:lnTo>
                  <a:lnTo>
                    <a:pt x="695210" y="1065466"/>
                  </a:lnTo>
                  <a:lnTo>
                    <a:pt x="694211" y="1040135"/>
                  </a:lnTo>
                  <a:lnTo>
                    <a:pt x="691276" y="1015064"/>
                  </a:lnTo>
                  <a:lnTo>
                    <a:pt x="686498" y="990344"/>
                  </a:lnTo>
                  <a:lnTo>
                    <a:pt x="679996" y="965784"/>
                  </a:lnTo>
                  <a:lnTo>
                    <a:pt x="680135" y="965263"/>
                  </a:lnTo>
                  <a:lnTo>
                    <a:pt x="680135" y="836167"/>
                  </a:lnTo>
                  <a:lnTo>
                    <a:pt x="673265" y="782300"/>
                  </a:lnTo>
                  <a:lnTo>
                    <a:pt x="653537" y="732393"/>
                  </a:lnTo>
                  <a:lnTo>
                    <a:pt x="622276" y="688710"/>
                  </a:lnTo>
                  <a:lnTo>
                    <a:pt x="580809" y="653516"/>
                  </a:lnTo>
                  <a:lnTo>
                    <a:pt x="593554" y="627919"/>
                  </a:lnTo>
                  <a:lnTo>
                    <a:pt x="603021" y="600629"/>
                  </a:lnTo>
                  <a:lnTo>
                    <a:pt x="608916" y="571883"/>
                  </a:lnTo>
                  <a:lnTo>
                    <a:pt x="610946" y="541921"/>
                  </a:lnTo>
                  <a:lnTo>
                    <a:pt x="610946" y="518718"/>
                  </a:lnTo>
                  <a:lnTo>
                    <a:pt x="612533" y="518718"/>
                  </a:lnTo>
                  <a:lnTo>
                    <a:pt x="641435" y="512869"/>
                  </a:lnTo>
                  <a:lnTo>
                    <a:pt x="665062" y="496927"/>
                  </a:lnTo>
                  <a:lnTo>
                    <a:pt x="681004" y="473300"/>
                  </a:lnTo>
                  <a:lnTo>
                    <a:pt x="686854" y="444398"/>
                  </a:lnTo>
                  <a:lnTo>
                    <a:pt x="686442" y="436603"/>
                  </a:lnTo>
                  <a:lnTo>
                    <a:pt x="685241" y="429039"/>
                  </a:lnTo>
                  <a:lnTo>
                    <a:pt x="683296" y="421743"/>
                  </a:lnTo>
                  <a:lnTo>
                    <a:pt x="680656" y="414756"/>
                  </a:lnTo>
                  <a:lnTo>
                    <a:pt x="693385" y="404263"/>
                  </a:lnTo>
                  <a:lnTo>
                    <a:pt x="703014" y="391017"/>
                  </a:lnTo>
                  <a:lnTo>
                    <a:pt x="709110" y="375680"/>
                  </a:lnTo>
                  <a:lnTo>
                    <a:pt x="711238" y="358914"/>
                  </a:lnTo>
                  <a:lnTo>
                    <a:pt x="709260" y="342834"/>
                  </a:lnTo>
                  <a:lnTo>
                    <a:pt x="703602" y="328066"/>
                  </a:lnTo>
                  <a:lnTo>
                    <a:pt x="694671" y="315184"/>
                  </a:lnTo>
                  <a:lnTo>
                    <a:pt x="682878" y="304761"/>
                  </a:lnTo>
                  <a:lnTo>
                    <a:pt x="686575" y="297148"/>
                  </a:lnTo>
                  <a:lnTo>
                    <a:pt x="689260" y="289110"/>
                  </a:lnTo>
                  <a:lnTo>
                    <a:pt x="690897" y="280732"/>
                  </a:lnTo>
                  <a:lnTo>
                    <a:pt x="691451" y="272097"/>
                  </a:lnTo>
                  <a:lnTo>
                    <a:pt x="688298" y="251974"/>
                  </a:lnTo>
                  <a:lnTo>
                    <a:pt x="679492" y="234302"/>
                  </a:lnTo>
                  <a:lnTo>
                    <a:pt x="666017" y="220144"/>
                  </a:lnTo>
                  <a:lnTo>
                    <a:pt x="648855" y="210565"/>
                  </a:lnTo>
                  <a:lnTo>
                    <a:pt x="650443" y="204876"/>
                  </a:lnTo>
                  <a:lnTo>
                    <a:pt x="651255" y="199021"/>
                  </a:lnTo>
                  <a:lnTo>
                    <a:pt x="651255" y="193166"/>
                  </a:lnTo>
                  <a:lnTo>
                    <a:pt x="646366" y="168101"/>
                  </a:lnTo>
                  <a:lnTo>
                    <a:pt x="633010" y="147462"/>
                  </a:lnTo>
                  <a:lnTo>
                    <a:pt x="613156" y="133248"/>
                  </a:lnTo>
                  <a:lnTo>
                    <a:pt x="588771" y="127457"/>
                  </a:lnTo>
                  <a:lnTo>
                    <a:pt x="583675" y="101466"/>
                  </a:lnTo>
                  <a:lnTo>
                    <a:pt x="569785" y="80560"/>
                  </a:lnTo>
                  <a:lnTo>
                    <a:pt x="549199" y="66453"/>
                  </a:lnTo>
                  <a:lnTo>
                    <a:pt x="524014" y="61277"/>
                  </a:lnTo>
                  <a:lnTo>
                    <a:pt x="517715" y="61277"/>
                  </a:lnTo>
                  <a:lnTo>
                    <a:pt x="511517" y="62204"/>
                  </a:lnTo>
                  <a:lnTo>
                    <a:pt x="505599" y="63995"/>
                  </a:lnTo>
                  <a:lnTo>
                    <a:pt x="496633" y="45259"/>
                  </a:lnTo>
                  <a:lnTo>
                    <a:pt x="482539" y="30427"/>
                  </a:lnTo>
                  <a:lnTo>
                    <a:pt x="464469" y="20670"/>
                  </a:lnTo>
                  <a:lnTo>
                    <a:pt x="443572" y="17157"/>
                  </a:lnTo>
                  <a:lnTo>
                    <a:pt x="434999" y="17725"/>
                  </a:lnTo>
                  <a:lnTo>
                    <a:pt x="426689" y="19404"/>
                  </a:lnTo>
                  <a:lnTo>
                    <a:pt x="418725" y="22156"/>
                  </a:lnTo>
                  <a:lnTo>
                    <a:pt x="411187" y="25946"/>
                  </a:lnTo>
                  <a:lnTo>
                    <a:pt x="400958" y="15082"/>
                  </a:lnTo>
                  <a:lnTo>
                    <a:pt x="388645" y="6919"/>
                  </a:lnTo>
                  <a:lnTo>
                    <a:pt x="374722" y="1784"/>
                  </a:lnTo>
                  <a:lnTo>
                    <a:pt x="359663" y="0"/>
                  </a:lnTo>
                  <a:close/>
                </a:path>
              </a:pathLst>
            </a:custGeom>
            <a:solidFill>
              <a:srgbClr val="FFFFFF"/>
            </a:solidFill>
          </p:spPr>
          <p:txBody>
            <a:bodyPr wrap="square" lIns="0" tIns="0" rIns="0" bIns="0" rtlCol="0"/>
            <a:lstStyle/>
            <a:p>
              <a:endParaRPr/>
            </a:p>
          </p:txBody>
        </p:sp>
        <p:sp>
          <p:nvSpPr>
            <p:cNvPr id="13" name="object 191">
              <a:extLst>
                <a:ext uri="{FF2B5EF4-FFF2-40B4-BE49-F238E27FC236}">
                  <a16:creationId xmlns:a16="http://schemas.microsoft.com/office/drawing/2014/main" id="{4FCEFDBF-F9F6-1596-11A7-7FB31B38D0CE}"/>
                </a:ext>
              </a:extLst>
            </p:cNvPr>
            <p:cNvSpPr/>
            <p:nvPr/>
          </p:nvSpPr>
          <p:spPr>
            <a:xfrm>
              <a:off x="12183632" y="4755441"/>
              <a:ext cx="668020" cy="212725"/>
            </a:xfrm>
            <a:custGeom>
              <a:avLst/>
              <a:gdLst/>
              <a:ahLst/>
              <a:cxnLst/>
              <a:rect l="l" t="t" r="r" b="b"/>
              <a:pathLst>
                <a:path w="668020" h="212725">
                  <a:moveTo>
                    <a:pt x="591794" y="0"/>
                  </a:moveTo>
                  <a:lnTo>
                    <a:pt x="75882" y="253"/>
                  </a:lnTo>
                  <a:lnTo>
                    <a:pt x="49780" y="36697"/>
                  </a:lnTo>
                  <a:lnTo>
                    <a:pt x="28685" y="76565"/>
                  </a:lnTo>
                  <a:lnTo>
                    <a:pt x="13053" y="119401"/>
                  </a:lnTo>
                  <a:lnTo>
                    <a:pt x="3339" y="164749"/>
                  </a:lnTo>
                  <a:lnTo>
                    <a:pt x="0" y="212153"/>
                  </a:lnTo>
                  <a:lnTo>
                    <a:pt x="667893" y="212153"/>
                  </a:lnTo>
                  <a:lnTo>
                    <a:pt x="664542" y="164677"/>
                  </a:lnTo>
                  <a:lnTo>
                    <a:pt x="654796" y="119267"/>
                  </a:lnTo>
                  <a:lnTo>
                    <a:pt x="639116" y="76380"/>
                  </a:lnTo>
                  <a:lnTo>
                    <a:pt x="617962" y="36472"/>
                  </a:lnTo>
                  <a:lnTo>
                    <a:pt x="591794" y="0"/>
                  </a:lnTo>
                  <a:close/>
                </a:path>
              </a:pathLst>
            </a:custGeom>
            <a:solidFill>
              <a:srgbClr val="FFFFFF"/>
            </a:solidFill>
          </p:spPr>
          <p:txBody>
            <a:bodyPr wrap="square" lIns="0" tIns="0" rIns="0" bIns="0" rtlCol="0"/>
            <a:lstStyle/>
            <a:p>
              <a:endParaRPr/>
            </a:p>
          </p:txBody>
        </p:sp>
        <p:sp>
          <p:nvSpPr>
            <p:cNvPr id="14" name="object 192">
              <a:extLst>
                <a:ext uri="{FF2B5EF4-FFF2-40B4-BE49-F238E27FC236}">
                  <a16:creationId xmlns:a16="http://schemas.microsoft.com/office/drawing/2014/main" id="{A958F98B-5F0E-84FF-637E-42347A76CCC8}"/>
                </a:ext>
              </a:extLst>
            </p:cNvPr>
            <p:cNvSpPr/>
            <p:nvPr/>
          </p:nvSpPr>
          <p:spPr>
            <a:xfrm>
              <a:off x="12183632" y="4755441"/>
              <a:ext cx="668020" cy="212725"/>
            </a:xfrm>
            <a:custGeom>
              <a:avLst/>
              <a:gdLst/>
              <a:ahLst/>
              <a:cxnLst/>
              <a:rect l="l" t="t" r="r" b="b"/>
              <a:pathLst>
                <a:path w="668020" h="212725">
                  <a:moveTo>
                    <a:pt x="75882" y="253"/>
                  </a:moveTo>
                  <a:lnTo>
                    <a:pt x="49780" y="36697"/>
                  </a:lnTo>
                  <a:lnTo>
                    <a:pt x="28685" y="76565"/>
                  </a:lnTo>
                  <a:lnTo>
                    <a:pt x="13053" y="119401"/>
                  </a:lnTo>
                  <a:lnTo>
                    <a:pt x="3339" y="164749"/>
                  </a:lnTo>
                  <a:lnTo>
                    <a:pt x="0" y="212153"/>
                  </a:lnTo>
                  <a:lnTo>
                    <a:pt x="241731" y="212153"/>
                  </a:lnTo>
                  <a:lnTo>
                    <a:pt x="432943" y="212153"/>
                  </a:lnTo>
                  <a:lnTo>
                    <a:pt x="667893" y="212153"/>
                  </a:lnTo>
                  <a:lnTo>
                    <a:pt x="664542" y="164677"/>
                  </a:lnTo>
                  <a:lnTo>
                    <a:pt x="654796" y="119267"/>
                  </a:lnTo>
                  <a:lnTo>
                    <a:pt x="639116" y="76380"/>
                  </a:lnTo>
                  <a:lnTo>
                    <a:pt x="617962" y="36472"/>
                  </a:lnTo>
                  <a:lnTo>
                    <a:pt x="591794" y="0"/>
                  </a:lnTo>
                </a:path>
              </a:pathLst>
            </a:custGeom>
            <a:ln w="27457">
              <a:solidFill>
                <a:srgbClr val="5A6771"/>
              </a:solidFill>
            </a:ln>
          </p:spPr>
          <p:txBody>
            <a:bodyPr wrap="square" lIns="0" tIns="0" rIns="0" bIns="0" rtlCol="0"/>
            <a:lstStyle/>
            <a:p>
              <a:endParaRPr/>
            </a:p>
          </p:txBody>
        </p:sp>
        <p:pic>
          <p:nvPicPr>
            <p:cNvPr id="15" name="object 193">
              <a:extLst>
                <a:ext uri="{FF2B5EF4-FFF2-40B4-BE49-F238E27FC236}">
                  <a16:creationId xmlns:a16="http://schemas.microsoft.com/office/drawing/2014/main" id="{38787EEC-E324-43D0-42FF-20ED2C325306}"/>
                </a:ext>
              </a:extLst>
            </p:cNvPr>
            <p:cNvPicPr/>
            <p:nvPr/>
          </p:nvPicPr>
          <p:blipFill>
            <a:blip r:embed="rId10" cstate="print"/>
            <a:stretch>
              <a:fillRect/>
            </a:stretch>
          </p:blipFill>
          <p:spPr>
            <a:xfrm>
              <a:off x="12363886" y="4624566"/>
              <a:ext cx="316547" cy="141414"/>
            </a:xfrm>
            <a:prstGeom prst="rect">
              <a:avLst/>
            </a:prstGeom>
          </p:spPr>
        </p:pic>
        <p:pic>
          <p:nvPicPr>
            <p:cNvPr id="16" name="object 194">
              <a:extLst>
                <a:ext uri="{FF2B5EF4-FFF2-40B4-BE49-F238E27FC236}">
                  <a16:creationId xmlns:a16="http://schemas.microsoft.com/office/drawing/2014/main" id="{46224265-6FD5-7E35-9CA8-5737A6126473}"/>
                </a:ext>
              </a:extLst>
            </p:cNvPr>
            <p:cNvPicPr/>
            <p:nvPr/>
          </p:nvPicPr>
          <p:blipFill>
            <a:blip r:embed="rId11" cstate="print"/>
            <a:stretch>
              <a:fillRect/>
            </a:stretch>
          </p:blipFill>
          <p:spPr>
            <a:xfrm>
              <a:off x="12178453" y="4255652"/>
              <a:ext cx="105181" cy="152171"/>
            </a:xfrm>
            <a:prstGeom prst="rect">
              <a:avLst/>
            </a:prstGeom>
          </p:spPr>
        </p:pic>
        <p:pic>
          <p:nvPicPr>
            <p:cNvPr id="17" name="object 195">
              <a:extLst>
                <a:ext uri="{FF2B5EF4-FFF2-40B4-BE49-F238E27FC236}">
                  <a16:creationId xmlns:a16="http://schemas.microsoft.com/office/drawing/2014/main" id="{5BB52BAF-B9C1-8A16-92A5-2093C0E353E5}"/>
                </a:ext>
              </a:extLst>
            </p:cNvPr>
            <p:cNvPicPr/>
            <p:nvPr/>
          </p:nvPicPr>
          <p:blipFill>
            <a:blip r:embed="rId12" cstate="print"/>
            <a:stretch>
              <a:fillRect/>
            </a:stretch>
          </p:blipFill>
          <p:spPr>
            <a:xfrm>
              <a:off x="12751519" y="4255652"/>
              <a:ext cx="105181" cy="152171"/>
            </a:xfrm>
            <a:prstGeom prst="rect">
              <a:avLst/>
            </a:prstGeom>
          </p:spPr>
        </p:pic>
        <p:sp>
          <p:nvSpPr>
            <p:cNvPr id="18" name="object 196">
              <a:extLst>
                <a:ext uri="{FF2B5EF4-FFF2-40B4-BE49-F238E27FC236}">
                  <a16:creationId xmlns:a16="http://schemas.microsoft.com/office/drawing/2014/main" id="{A6C39BEB-513D-3DBB-F8A8-1B20D69C6AAC}"/>
                </a:ext>
              </a:extLst>
            </p:cNvPr>
            <p:cNvSpPr/>
            <p:nvPr/>
          </p:nvSpPr>
          <p:spPr>
            <a:xfrm>
              <a:off x="12375083" y="4289374"/>
              <a:ext cx="285115" cy="52705"/>
            </a:xfrm>
            <a:custGeom>
              <a:avLst/>
              <a:gdLst/>
              <a:ahLst/>
              <a:cxnLst/>
              <a:rect l="l" t="t" r="r" b="b"/>
              <a:pathLst>
                <a:path w="285115" h="52704">
                  <a:moveTo>
                    <a:pt x="52463" y="26225"/>
                  </a:moveTo>
                  <a:lnTo>
                    <a:pt x="50406" y="16014"/>
                  </a:lnTo>
                  <a:lnTo>
                    <a:pt x="44780" y="7683"/>
                  </a:lnTo>
                  <a:lnTo>
                    <a:pt x="36436" y="2057"/>
                  </a:lnTo>
                  <a:lnTo>
                    <a:pt x="26238" y="0"/>
                  </a:lnTo>
                  <a:lnTo>
                    <a:pt x="16027" y="2057"/>
                  </a:lnTo>
                  <a:lnTo>
                    <a:pt x="7683" y="7683"/>
                  </a:lnTo>
                  <a:lnTo>
                    <a:pt x="2057" y="16014"/>
                  </a:lnTo>
                  <a:lnTo>
                    <a:pt x="0" y="26225"/>
                  </a:lnTo>
                  <a:lnTo>
                    <a:pt x="2057" y="36436"/>
                  </a:lnTo>
                  <a:lnTo>
                    <a:pt x="7683" y="44767"/>
                  </a:lnTo>
                  <a:lnTo>
                    <a:pt x="16027" y="50393"/>
                  </a:lnTo>
                  <a:lnTo>
                    <a:pt x="26238" y="52451"/>
                  </a:lnTo>
                  <a:lnTo>
                    <a:pt x="36436" y="50393"/>
                  </a:lnTo>
                  <a:lnTo>
                    <a:pt x="44780" y="44767"/>
                  </a:lnTo>
                  <a:lnTo>
                    <a:pt x="50406" y="36436"/>
                  </a:lnTo>
                  <a:lnTo>
                    <a:pt x="52463" y="26225"/>
                  </a:lnTo>
                  <a:close/>
                </a:path>
                <a:path w="285115" h="52704">
                  <a:moveTo>
                    <a:pt x="284975" y="26225"/>
                  </a:moveTo>
                  <a:lnTo>
                    <a:pt x="282905" y="16014"/>
                  </a:lnTo>
                  <a:lnTo>
                    <a:pt x="277291" y="7683"/>
                  </a:lnTo>
                  <a:lnTo>
                    <a:pt x="268947" y="2057"/>
                  </a:lnTo>
                  <a:lnTo>
                    <a:pt x="258749" y="0"/>
                  </a:lnTo>
                  <a:lnTo>
                    <a:pt x="248539" y="2057"/>
                  </a:lnTo>
                  <a:lnTo>
                    <a:pt x="240195" y="7683"/>
                  </a:lnTo>
                  <a:lnTo>
                    <a:pt x="234569" y="16014"/>
                  </a:lnTo>
                  <a:lnTo>
                    <a:pt x="232511" y="26225"/>
                  </a:lnTo>
                  <a:lnTo>
                    <a:pt x="234569" y="36436"/>
                  </a:lnTo>
                  <a:lnTo>
                    <a:pt x="240195" y="44767"/>
                  </a:lnTo>
                  <a:lnTo>
                    <a:pt x="248539" y="50393"/>
                  </a:lnTo>
                  <a:lnTo>
                    <a:pt x="258749" y="52451"/>
                  </a:lnTo>
                  <a:lnTo>
                    <a:pt x="268947" y="50393"/>
                  </a:lnTo>
                  <a:lnTo>
                    <a:pt x="277291" y="44767"/>
                  </a:lnTo>
                  <a:lnTo>
                    <a:pt x="282905" y="36436"/>
                  </a:lnTo>
                  <a:lnTo>
                    <a:pt x="284975" y="26225"/>
                  </a:lnTo>
                  <a:close/>
                </a:path>
              </a:pathLst>
            </a:custGeom>
            <a:solidFill>
              <a:srgbClr val="5A6771"/>
            </a:solidFill>
          </p:spPr>
          <p:txBody>
            <a:bodyPr wrap="square" lIns="0" tIns="0" rIns="0" bIns="0" rtlCol="0"/>
            <a:lstStyle/>
            <a:p>
              <a:endParaRPr/>
            </a:p>
          </p:txBody>
        </p:sp>
        <p:pic>
          <p:nvPicPr>
            <p:cNvPr id="19" name="object 197">
              <a:extLst>
                <a:ext uri="{FF2B5EF4-FFF2-40B4-BE49-F238E27FC236}">
                  <a16:creationId xmlns:a16="http://schemas.microsoft.com/office/drawing/2014/main" id="{0805C165-318B-8137-2A65-677AE376B4CB}"/>
                </a:ext>
              </a:extLst>
            </p:cNvPr>
            <p:cNvPicPr/>
            <p:nvPr/>
          </p:nvPicPr>
          <p:blipFill>
            <a:blip r:embed="rId13" cstate="print"/>
            <a:stretch>
              <a:fillRect/>
            </a:stretch>
          </p:blipFill>
          <p:spPr>
            <a:xfrm>
              <a:off x="12475713" y="4298165"/>
              <a:ext cx="83731" cy="126987"/>
            </a:xfrm>
            <a:prstGeom prst="rect">
              <a:avLst/>
            </a:prstGeom>
          </p:spPr>
        </p:pic>
        <p:pic>
          <p:nvPicPr>
            <p:cNvPr id="20" name="object 198">
              <a:extLst>
                <a:ext uri="{FF2B5EF4-FFF2-40B4-BE49-F238E27FC236}">
                  <a16:creationId xmlns:a16="http://schemas.microsoft.com/office/drawing/2014/main" id="{F8C3E134-0297-EE34-77B8-88F97EEFD2FA}"/>
                </a:ext>
              </a:extLst>
            </p:cNvPr>
            <p:cNvPicPr/>
            <p:nvPr/>
          </p:nvPicPr>
          <p:blipFill>
            <a:blip r:embed="rId14" cstate="print"/>
            <a:stretch>
              <a:fillRect/>
            </a:stretch>
          </p:blipFill>
          <p:spPr>
            <a:xfrm>
              <a:off x="12445288" y="4458449"/>
              <a:ext cx="144576" cy="109588"/>
            </a:xfrm>
            <a:prstGeom prst="rect">
              <a:avLst/>
            </a:prstGeom>
          </p:spPr>
        </p:pic>
        <p:sp>
          <p:nvSpPr>
            <p:cNvPr id="21" name="object 199">
              <a:extLst>
                <a:ext uri="{FF2B5EF4-FFF2-40B4-BE49-F238E27FC236}">
                  <a16:creationId xmlns:a16="http://schemas.microsoft.com/office/drawing/2014/main" id="{68331496-FE28-B910-8B0A-204941A2637E}"/>
                </a:ext>
              </a:extLst>
            </p:cNvPr>
            <p:cNvSpPr/>
            <p:nvPr/>
          </p:nvSpPr>
          <p:spPr>
            <a:xfrm>
              <a:off x="12357666" y="4224540"/>
              <a:ext cx="87630" cy="23495"/>
            </a:xfrm>
            <a:custGeom>
              <a:avLst/>
              <a:gdLst/>
              <a:ahLst/>
              <a:cxnLst/>
              <a:rect l="l" t="t" r="r" b="b"/>
              <a:pathLst>
                <a:path w="87629" h="23495">
                  <a:moveTo>
                    <a:pt x="87312" y="23047"/>
                  </a:moveTo>
                  <a:lnTo>
                    <a:pt x="60330" y="5962"/>
                  </a:lnTo>
                  <a:lnTo>
                    <a:pt x="42241" y="0"/>
                  </a:lnTo>
                  <a:lnTo>
                    <a:pt x="24860" y="4920"/>
                  </a:lnTo>
                  <a:lnTo>
                    <a:pt x="0" y="20481"/>
                  </a:lnTo>
                </a:path>
              </a:pathLst>
            </a:custGeom>
            <a:ln w="27457">
              <a:solidFill>
                <a:srgbClr val="5A6771"/>
              </a:solidFill>
            </a:ln>
          </p:spPr>
          <p:txBody>
            <a:bodyPr wrap="square" lIns="0" tIns="0" rIns="0" bIns="0" rtlCol="0"/>
            <a:lstStyle/>
            <a:p>
              <a:endParaRPr/>
            </a:p>
          </p:txBody>
        </p:sp>
        <p:sp>
          <p:nvSpPr>
            <p:cNvPr id="22" name="object 200">
              <a:extLst>
                <a:ext uri="{FF2B5EF4-FFF2-40B4-BE49-F238E27FC236}">
                  <a16:creationId xmlns:a16="http://schemas.microsoft.com/office/drawing/2014/main" id="{961D2274-844A-C96D-484E-EF5D8CA5569D}"/>
                </a:ext>
              </a:extLst>
            </p:cNvPr>
            <p:cNvSpPr/>
            <p:nvPr/>
          </p:nvSpPr>
          <p:spPr>
            <a:xfrm>
              <a:off x="12590176" y="4224540"/>
              <a:ext cx="87630" cy="23495"/>
            </a:xfrm>
            <a:custGeom>
              <a:avLst/>
              <a:gdLst/>
              <a:ahLst/>
              <a:cxnLst/>
              <a:rect l="l" t="t" r="r" b="b"/>
              <a:pathLst>
                <a:path w="87629" h="23495">
                  <a:moveTo>
                    <a:pt x="0" y="23047"/>
                  </a:moveTo>
                  <a:lnTo>
                    <a:pt x="26981" y="5962"/>
                  </a:lnTo>
                  <a:lnTo>
                    <a:pt x="45070" y="0"/>
                  </a:lnTo>
                  <a:lnTo>
                    <a:pt x="62452" y="4920"/>
                  </a:lnTo>
                  <a:lnTo>
                    <a:pt x="87312" y="20481"/>
                  </a:lnTo>
                </a:path>
              </a:pathLst>
            </a:custGeom>
            <a:ln w="27457">
              <a:solidFill>
                <a:srgbClr val="5A6771"/>
              </a:solidFill>
            </a:ln>
          </p:spPr>
          <p:txBody>
            <a:bodyPr wrap="square" lIns="0" tIns="0" rIns="0" bIns="0" rtlCol="0"/>
            <a:lstStyle/>
            <a:p>
              <a:endParaRPr/>
            </a:p>
          </p:txBody>
        </p:sp>
        <p:sp>
          <p:nvSpPr>
            <p:cNvPr id="23" name="object 201">
              <a:extLst>
                <a:ext uri="{FF2B5EF4-FFF2-40B4-BE49-F238E27FC236}">
                  <a16:creationId xmlns:a16="http://schemas.microsoft.com/office/drawing/2014/main" id="{925D4AF2-72F1-B8C8-6BFC-F73CF7E8006D}"/>
                </a:ext>
              </a:extLst>
            </p:cNvPr>
            <p:cNvSpPr/>
            <p:nvPr/>
          </p:nvSpPr>
          <p:spPr>
            <a:xfrm>
              <a:off x="12269909" y="4024012"/>
              <a:ext cx="495934" cy="622935"/>
            </a:xfrm>
            <a:custGeom>
              <a:avLst/>
              <a:gdLst/>
              <a:ahLst/>
              <a:cxnLst/>
              <a:rect l="l" t="t" r="r" b="b"/>
              <a:pathLst>
                <a:path w="495934" h="622935">
                  <a:moveTo>
                    <a:pt x="112331" y="0"/>
                  </a:moveTo>
                  <a:lnTo>
                    <a:pt x="135405" y="39481"/>
                  </a:lnTo>
                  <a:lnTo>
                    <a:pt x="166213" y="73369"/>
                  </a:lnTo>
                  <a:lnTo>
                    <a:pt x="203411" y="100957"/>
                  </a:lnTo>
                  <a:lnTo>
                    <a:pt x="245651" y="121537"/>
                  </a:lnTo>
                  <a:lnTo>
                    <a:pt x="291588" y="134403"/>
                  </a:lnTo>
                  <a:lnTo>
                    <a:pt x="339877" y="138849"/>
                  </a:lnTo>
                  <a:lnTo>
                    <a:pt x="376805" y="136034"/>
                  </a:lnTo>
                  <a:lnTo>
                    <a:pt x="411967" y="127868"/>
                  </a:lnTo>
                  <a:lnTo>
                    <a:pt x="444945" y="114765"/>
                  </a:lnTo>
                  <a:lnTo>
                    <a:pt x="475322" y="97142"/>
                  </a:lnTo>
                  <a:lnTo>
                    <a:pt x="477520" y="101917"/>
                  </a:lnTo>
                  <a:lnTo>
                    <a:pt x="485136" y="121957"/>
                  </a:lnTo>
                  <a:lnTo>
                    <a:pt x="490724" y="142909"/>
                  </a:lnTo>
                  <a:lnTo>
                    <a:pt x="494164" y="164657"/>
                  </a:lnTo>
                  <a:lnTo>
                    <a:pt x="495338" y="187083"/>
                  </a:lnTo>
                  <a:lnTo>
                    <a:pt x="495338" y="407568"/>
                  </a:lnTo>
                  <a:lnTo>
                    <a:pt x="489654" y="456904"/>
                  </a:lnTo>
                  <a:lnTo>
                    <a:pt x="473466" y="502195"/>
                  </a:lnTo>
                  <a:lnTo>
                    <a:pt x="448064" y="542148"/>
                  </a:lnTo>
                  <a:lnTo>
                    <a:pt x="414741" y="575471"/>
                  </a:lnTo>
                  <a:lnTo>
                    <a:pt x="374788" y="600872"/>
                  </a:lnTo>
                  <a:lnTo>
                    <a:pt x="329498" y="617061"/>
                  </a:lnTo>
                  <a:lnTo>
                    <a:pt x="280162" y="622744"/>
                  </a:lnTo>
                  <a:lnTo>
                    <a:pt x="215176" y="622744"/>
                  </a:lnTo>
                  <a:lnTo>
                    <a:pt x="165839" y="617061"/>
                  </a:lnTo>
                  <a:lnTo>
                    <a:pt x="120549" y="600872"/>
                  </a:lnTo>
                  <a:lnTo>
                    <a:pt x="80596" y="575471"/>
                  </a:lnTo>
                  <a:lnTo>
                    <a:pt x="47273" y="542148"/>
                  </a:lnTo>
                  <a:lnTo>
                    <a:pt x="21871" y="502195"/>
                  </a:lnTo>
                  <a:lnTo>
                    <a:pt x="5683" y="456904"/>
                  </a:lnTo>
                  <a:lnTo>
                    <a:pt x="0" y="407568"/>
                  </a:lnTo>
                  <a:lnTo>
                    <a:pt x="0" y="187083"/>
                  </a:lnTo>
                  <a:lnTo>
                    <a:pt x="5265" y="139930"/>
                  </a:lnTo>
                  <a:lnTo>
                    <a:pt x="20290" y="96488"/>
                  </a:lnTo>
                  <a:lnTo>
                    <a:pt x="43915" y="57914"/>
                  </a:lnTo>
                  <a:lnTo>
                    <a:pt x="74982" y="25366"/>
                  </a:lnTo>
                  <a:lnTo>
                    <a:pt x="112331" y="0"/>
                  </a:lnTo>
                </a:path>
              </a:pathLst>
            </a:custGeom>
            <a:ln w="27457">
              <a:solidFill>
                <a:srgbClr val="5A6771"/>
              </a:solidFill>
            </a:ln>
          </p:spPr>
          <p:txBody>
            <a:bodyPr wrap="square" lIns="0" tIns="0" rIns="0" bIns="0" rtlCol="0"/>
            <a:lstStyle/>
            <a:p>
              <a:endParaRPr/>
            </a:p>
          </p:txBody>
        </p:sp>
        <p:sp>
          <p:nvSpPr>
            <p:cNvPr id="24" name="object 202">
              <a:extLst>
                <a:ext uri="{FF2B5EF4-FFF2-40B4-BE49-F238E27FC236}">
                  <a16:creationId xmlns:a16="http://schemas.microsoft.com/office/drawing/2014/main" id="{91BDB838-E407-70AF-B350-08E43AE6AD8C}"/>
                </a:ext>
              </a:extLst>
            </p:cNvPr>
            <p:cNvSpPr/>
            <p:nvPr/>
          </p:nvSpPr>
          <p:spPr>
            <a:xfrm>
              <a:off x="12167221" y="3890474"/>
              <a:ext cx="701040" cy="403225"/>
            </a:xfrm>
            <a:custGeom>
              <a:avLst/>
              <a:gdLst/>
              <a:ahLst/>
              <a:cxnLst/>
              <a:rect l="l" t="t" r="r" b="b"/>
              <a:pathLst>
                <a:path w="701040" h="403225">
                  <a:moveTo>
                    <a:pt x="668566" y="403136"/>
                  </a:moveTo>
                  <a:lnTo>
                    <a:pt x="681555" y="395113"/>
                  </a:lnTo>
                  <a:lnTo>
                    <a:pt x="691719" y="383722"/>
                  </a:lnTo>
                  <a:lnTo>
                    <a:pt x="698343" y="369690"/>
                  </a:lnTo>
                  <a:lnTo>
                    <a:pt x="700709" y="353745"/>
                  </a:lnTo>
                  <a:lnTo>
                    <a:pt x="698012" y="336830"/>
                  </a:lnTo>
                  <a:lnTo>
                    <a:pt x="690510" y="322192"/>
                  </a:lnTo>
                  <a:lnTo>
                    <a:pt x="679091" y="310668"/>
                  </a:lnTo>
                  <a:lnTo>
                    <a:pt x="664641" y="303098"/>
                  </a:lnTo>
                  <a:lnTo>
                    <a:pt x="671221" y="295126"/>
                  </a:lnTo>
                  <a:lnTo>
                    <a:pt x="676200" y="285950"/>
                  </a:lnTo>
                  <a:lnTo>
                    <a:pt x="679352" y="275787"/>
                  </a:lnTo>
                  <a:lnTo>
                    <a:pt x="680453" y="264858"/>
                  </a:lnTo>
                  <a:lnTo>
                    <a:pt x="676651" y="244876"/>
                  </a:lnTo>
                  <a:lnTo>
                    <a:pt x="666243" y="228368"/>
                  </a:lnTo>
                  <a:lnTo>
                    <a:pt x="650722" y="216798"/>
                  </a:lnTo>
                  <a:lnTo>
                    <a:pt x="631583" y="211632"/>
                  </a:lnTo>
                  <a:lnTo>
                    <a:pt x="634808" y="205340"/>
                  </a:lnTo>
                  <a:lnTo>
                    <a:pt x="637233" y="198612"/>
                  </a:lnTo>
                  <a:lnTo>
                    <a:pt x="638761" y="191498"/>
                  </a:lnTo>
                  <a:lnTo>
                    <a:pt x="639292" y="184048"/>
                  </a:lnTo>
                  <a:lnTo>
                    <a:pt x="635161" y="163190"/>
                  </a:lnTo>
                  <a:lnTo>
                    <a:pt x="623897" y="146154"/>
                  </a:lnTo>
                  <a:lnTo>
                    <a:pt x="607188" y="134667"/>
                  </a:lnTo>
                  <a:lnTo>
                    <a:pt x="586727" y="130454"/>
                  </a:lnTo>
                  <a:lnTo>
                    <a:pt x="581787" y="130454"/>
                  </a:lnTo>
                  <a:lnTo>
                    <a:pt x="577100" y="131381"/>
                  </a:lnTo>
                  <a:lnTo>
                    <a:pt x="572566" y="132676"/>
                  </a:lnTo>
                  <a:lnTo>
                    <a:pt x="574205" y="127495"/>
                  </a:lnTo>
                  <a:lnTo>
                    <a:pt x="575322" y="122072"/>
                  </a:lnTo>
                  <a:lnTo>
                    <a:pt x="575322" y="116344"/>
                  </a:lnTo>
                  <a:lnTo>
                    <a:pt x="571192" y="95481"/>
                  </a:lnTo>
                  <a:lnTo>
                    <a:pt x="559927" y="78446"/>
                  </a:lnTo>
                  <a:lnTo>
                    <a:pt x="543218" y="66961"/>
                  </a:lnTo>
                  <a:lnTo>
                    <a:pt x="522757" y="62750"/>
                  </a:lnTo>
                  <a:lnTo>
                    <a:pt x="514585" y="63402"/>
                  </a:lnTo>
                  <a:lnTo>
                    <a:pt x="506817" y="65285"/>
                  </a:lnTo>
                  <a:lnTo>
                    <a:pt x="499541" y="68296"/>
                  </a:lnTo>
                  <a:lnTo>
                    <a:pt x="492848" y="72326"/>
                  </a:lnTo>
                  <a:lnTo>
                    <a:pt x="492861" y="71932"/>
                  </a:lnTo>
                  <a:lnTo>
                    <a:pt x="492963" y="71564"/>
                  </a:lnTo>
                  <a:lnTo>
                    <a:pt x="492963" y="71158"/>
                  </a:lnTo>
                  <a:lnTo>
                    <a:pt x="488832" y="50300"/>
                  </a:lnTo>
                  <a:lnTo>
                    <a:pt x="477567" y="33264"/>
                  </a:lnTo>
                  <a:lnTo>
                    <a:pt x="460859" y="21776"/>
                  </a:lnTo>
                  <a:lnTo>
                    <a:pt x="440397" y="17564"/>
                  </a:lnTo>
                  <a:lnTo>
                    <a:pt x="429767" y="18663"/>
                  </a:lnTo>
                  <a:lnTo>
                    <a:pt x="419869" y="21815"/>
                  </a:lnTo>
                  <a:lnTo>
                    <a:pt x="410917" y="26800"/>
                  </a:lnTo>
                  <a:lnTo>
                    <a:pt x="403123" y="33400"/>
                  </a:lnTo>
                  <a:lnTo>
                    <a:pt x="395319" y="19925"/>
                  </a:lnTo>
                  <a:lnTo>
                    <a:pt x="384127" y="9361"/>
                  </a:lnTo>
                  <a:lnTo>
                    <a:pt x="370272" y="2466"/>
                  </a:lnTo>
                  <a:lnTo>
                    <a:pt x="354482" y="0"/>
                  </a:lnTo>
                  <a:lnTo>
                    <a:pt x="336913" y="3088"/>
                  </a:lnTo>
                  <a:lnTo>
                    <a:pt x="321898" y="11636"/>
                  </a:lnTo>
                  <a:lnTo>
                    <a:pt x="310453" y="24570"/>
                  </a:lnTo>
                  <a:lnTo>
                    <a:pt x="303593" y="40817"/>
                  </a:lnTo>
                  <a:lnTo>
                    <a:pt x="295360" y="31264"/>
                  </a:lnTo>
                  <a:lnTo>
                    <a:pt x="285138" y="23928"/>
                  </a:lnTo>
                  <a:lnTo>
                    <a:pt x="273323" y="19224"/>
                  </a:lnTo>
                  <a:lnTo>
                    <a:pt x="260311" y="17564"/>
                  </a:lnTo>
                  <a:lnTo>
                    <a:pt x="239850" y="21776"/>
                  </a:lnTo>
                  <a:lnTo>
                    <a:pt x="223142" y="33264"/>
                  </a:lnTo>
                  <a:lnTo>
                    <a:pt x="211877" y="50300"/>
                  </a:lnTo>
                  <a:lnTo>
                    <a:pt x="207746" y="71158"/>
                  </a:lnTo>
                  <a:lnTo>
                    <a:pt x="207746" y="71564"/>
                  </a:lnTo>
                  <a:lnTo>
                    <a:pt x="207848" y="71932"/>
                  </a:lnTo>
                  <a:lnTo>
                    <a:pt x="207860" y="72326"/>
                  </a:lnTo>
                  <a:lnTo>
                    <a:pt x="201167" y="68296"/>
                  </a:lnTo>
                  <a:lnTo>
                    <a:pt x="193892" y="65285"/>
                  </a:lnTo>
                  <a:lnTo>
                    <a:pt x="186124" y="63402"/>
                  </a:lnTo>
                  <a:lnTo>
                    <a:pt x="177952" y="62750"/>
                  </a:lnTo>
                  <a:lnTo>
                    <a:pt x="157491" y="66961"/>
                  </a:lnTo>
                  <a:lnTo>
                    <a:pt x="140782" y="78446"/>
                  </a:lnTo>
                  <a:lnTo>
                    <a:pt x="129517" y="95481"/>
                  </a:lnTo>
                  <a:lnTo>
                    <a:pt x="125387" y="116344"/>
                  </a:lnTo>
                  <a:lnTo>
                    <a:pt x="125387" y="122072"/>
                  </a:lnTo>
                  <a:lnTo>
                    <a:pt x="126504" y="127495"/>
                  </a:lnTo>
                  <a:lnTo>
                    <a:pt x="128143" y="132676"/>
                  </a:lnTo>
                  <a:lnTo>
                    <a:pt x="123609" y="131381"/>
                  </a:lnTo>
                  <a:lnTo>
                    <a:pt x="118922" y="130454"/>
                  </a:lnTo>
                  <a:lnTo>
                    <a:pt x="113982" y="130454"/>
                  </a:lnTo>
                  <a:lnTo>
                    <a:pt x="93521" y="134667"/>
                  </a:lnTo>
                  <a:lnTo>
                    <a:pt x="76812" y="146154"/>
                  </a:lnTo>
                  <a:lnTo>
                    <a:pt x="65547" y="163190"/>
                  </a:lnTo>
                  <a:lnTo>
                    <a:pt x="61417" y="184048"/>
                  </a:lnTo>
                  <a:lnTo>
                    <a:pt x="61948" y="191498"/>
                  </a:lnTo>
                  <a:lnTo>
                    <a:pt x="63476" y="198612"/>
                  </a:lnTo>
                  <a:lnTo>
                    <a:pt x="65901" y="205340"/>
                  </a:lnTo>
                  <a:lnTo>
                    <a:pt x="69126" y="211632"/>
                  </a:lnTo>
                  <a:lnTo>
                    <a:pt x="49987" y="216798"/>
                  </a:lnTo>
                  <a:lnTo>
                    <a:pt x="34466" y="228368"/>
                  </a:lnTo>
                  <a:lnTo>
                    <a:pt x="24057" y="244876"/>
                  </a:lnTo>
                  <a:lnTo>
                    <a:pt x="20256" y="264858"/>
                  </a:lnTo>
                  <a:lnTo>
                    <a:pt x="21359" y="275787"/>
                  </a:lnTo>
                  <a:lnTo>
                    <a:pt x="24515" y="285950"/>
                  </a:lnTo>
                  <a:lnTo>
                    <a:pt x="29498" y="295126"/>
                  </a:lnTo>
                  <a:lnTo>
                    <a:pt x="36080" y="303098"/>
                  </a:lnTo>
                  <a:lnTo>
                    <a:pt x="21624" y="310668"/>
                  </a:lnTo>
                  <a:lnTo>
                    <a:pt x="10201" y="322192"/>
                  </a:lnTo>
                  <a:lnTo>
                    <a:pt x="2697" y="336830"/>
                  </a:lnTo>
                  <a:lnTo>
                    <a:pt x="0" y="353745"/>
                  </a:lnTo>
                  <a:lnTo>
                    <a:pt x="2366" y="369690"/>
                  </a:lnTo>
                  <a:lnTo>
                    <a:pt x="8990" y="383722"/>
                  </a:lnTo>
                  <a:lnTo>
                    <a:pt x="19154" y="395113"/>
                  </a:lnTo>
                  <a:lnTo>
                    <a:pt x="32143" y="403136"/>
                  </a:lnTo>
                </a:path>
              </a:pathLst>
            </a:custGeom>
            <a:ln w="27457">
              <a:solidFill>
                <a:srgbClr val="5A6771"/>
              </a:solidFill>
            </a:ln>
          </p:spPr>
          <p:txBody>
            <a:bodyPr wrap="square" lIns="0" tIns="0" rIns="0" bIns="0" rtlCol="0"/>
            <a:lstStyle/>
            <a:p>
              <a:endParaRPr/>
            </a:p>
          </p:txBody>
        </p:sp>
        <p:sp>
          <p:nvSpPr>
            <p:cNvPr id="25" name="object 203">
              <a:extLst>
                <a:ext uri="{FF2B5EF4-FFF2-40B4-BE49-F238E27FC236}">
                  <a16:creationId xmlns:a16="http://schemas.microsoft.com/office/drawing/2014/main" id="{C6A188B6-5E54-CB79-399C-2EB0EA8C88DE}"/>
                </a:ext>
              </a:extLst>
            </p:cNvPr>
            <p:cNvSpPr/>
            <p:nvPr/>
          </p:nvSpPr>
          <p:spPr>
            <a:xfrm>
              <a:off x="12267615" y="4660224"/>
              <a:ext cx="102870" cy="302895"/>
            </a:xfrm>
            <a:custGeom>
              <a:avLst/>
              <a:gdLst/>
              <a:ahLst/>
              <a:cxnLst/>
              <a:rect l="l" t="t" r="r" b="b"/>
              <a:pathLst>
                <a:path w="102870" h="302895">
                  <a:moveTo>
                    <a:pt x="0" y="302399"/>
                  </a:moveTo>
                  <a:lnTo>
                    <a:pt x="0" y="16141"/>
                  </a:lnTo>
                  <a:lnTo>
                    <a:pt x="0" y="7226"/>
                  </a:lnTo>
                  <a:lnTo>
                    <a:pt x="7226" y="0"/>
                  </a:lnTo>
                  <a:lnTo>
                    <a:pt x="16141" y="0"/>
                  </a:lnTo>
                  <a:lnTo>
                    <a:pt x="86652" y="0"/>
                  </a:lnTo>
                  <a:lnTo>
                    <a:pt x="95567" y="0"/>
                  </a:lnTo>
                  <a:lnTo>
                    <a:pt x="102793" y="7226"/>
                  </a:lnTo>
                  <a:lnTo>
                    <a:pt x="102793" y="16141"/>
                  </a:lnTo>
                  <a:lnTo>
                    <a:pt x="102793" y="302399"/>
                  </a:lnTo>
                </a:path>
              </a:pathLst>
            </a:custGeom>
            <a:ln w="27457">
              <a:solidFill>
                <a:srgbClr val="5A6771"/>
              </a:solidFill>
            </a:ln>
          </p:spPr>
          <p:txBody>
            <a:bodyPr wrap="square" lIns="0" tIns="0" rIns="0" bIns="0" rtlCol="0"/>
            <a:lstStyle/>
            <a:p>
              <a:endParaRPr/>
            </a:p>
          </p:txBody>
        </p:sp>
        <p:sp>
          <p:nvSpPr>
            <p:cNvPr id="26" name="object 204">
              <a:extLst>
                <a:ext uri="{FF2B5EF4-FFF2-40B4-BE49-F238E27FC236}">
                  <a16:creationId xmlns:a16="http://schemas.microsoft.com/office/drawing/2014/main" id="{19293008-899C-75D2-B78B-EE463DAD237B}"/>
                </a:ext>
              </a:extLst>
            </p:cNvPr>
            <p:cNvSpPr/>
            <p:nvPr/>
          </p:nvSpPr>
          <p:spPr>
            <a:xfrm>
              <a:off x="12664739" y="4660224"/>
              <a:ext cx="102870" cy="302895"/>
            </a:xfrm>
            <a:custGeom>
              <a:avLst/>
              <a:gdLst/>
              <a:ahLst/>
              <a:cxnLst/>
              <a:rect l="l" t="t" r="r" b="b"/>
              <a:pathLst>
                <a:path w="102870" h="302895">
                  <a:moveTo>
                    <a:pt x="0" y="302399"/>
                  </a:moveTo>
                  <a:lnTo>
                    <a:pt x="0" y="16141"/>
                  </a:lnTo>
                  <a:lnTo>
                    <a:pt x="0" y="7226"/>
                  </a:lnTo>
                  <a:lnTo>
                    <a:pt x="7226" y="0"/>
                  </a:lnTo>
                  <a:lnTo>
                    <a:pt x="16141" y="0"/>
                  </a:lnTo>
                  <a:lnTo>
                    <a:pt x="86652" y="0"/>
                  </a:lnTo>
                  <a:lnTo>
                    <a:pt x="95567" y="0"/>
                  </a:lnTo>
                  <a:lnTo>
                    <a:pt x="102793" y="7226"/>
                  </a:lnTo>
                  <a:lnTo>
                    <a:pt x="102793" y="16141"/>
                  </a:lnTo>
                  <a:lnTo>
                    <a:pt x="102793" y="302399"/>
                  </a:lnTo>
                </a:path>
              </a:pathLst>
            </a:custGeom>
            <a:ln w="27457">
              <a:solidFill>
                <a:srgbClr val="5A6771"/>
              </a:solidFill>
            </a:ln>
          </p:spPr>
          <p:txBody>
            <a:bodyPr wrap="square" lIns="0" tIns="0" rIns="0" bIns="0" rtlCol="0"/>
            <a:lstStyle/>
            <a:p>
              <a:endParaRPr/>
            </a:p>
          </p:txBody>
        </p:sp>
        <p:sp>
          <p:nvSpPr>
            <p:cNvPr id="27" name="object 205">
              <a:extLst>
                <a:ext uri="{FF2B5EF4-FFF2-40B4-BE49-F238E27FC236}">
                  <a16:creationId xmlns:a16="http://schemas.microsoft.com/office/drawing/2014/main" id="{15AAEB70-B1A0-B04A-1FBF-6C477489C786}"/>
                </a:ext>
              </a:extLst>
            </p:cNvPr>
            <p:cNvSpPr/>
            <p:nvPr/>
          </p:nvSpPr>
          <p:spPr>
            <a:xfrm>
              <a:off x="12731376" y="4551503"/>
              <a:ext cx="104775" cy="313690"/>
            </a:xfrm>
            <a:custGeom>
              <a:avLst/>
              <a:gdLst/>
              <a:ahLst/>
              <a:cxnLst/>
              <a:rect l="l" t="t" r="r" b="b"/>
              <a:pathLst>
                <a:path w="104775" h="313689">
                  <a:moveTo>
                    <a:pt x="0" y="0"/>
                  </a:moveTo>
                  <a:lnTo>
                    <a:pt x="34883" y="25433"/>
                  </a:lnTo>
                  <a:lnTo>
                    <a:pt x="63851" y="57337"/>
                  </a:lnTo>
                  <a:lnTo>
                    <a:pt x="85848" y="94658"/>
                  </a:lnTo>
                  <a:lnTo>
                    <a:pt x="99819" y="136341"/>
                  </a:lnTo>
                  <a:lnTo>
                    <a:pt x="104711" y="181330"/>
                  </a:lnTo>
                  <a:lnTo>
                    <a:pt x="104711" y="313499"/>
                  </a:lnTo>
                </a:path>
              </a:pathLst>
            </a:custGeom>
            <a:ln w="27457">
              <a:solidFill>
                <a:srgbClr val="5A6771"/>
              </a:solidFill>
            </a:ln>
          </p:spPr>
          <p:txBody>
            <a:bodyPr wrap="square" lIns="0" tIns="0" rIns="0" bIns="0" rtlCol="0"/>
            <a:lstStyle/>
            <a:p>
              <a:endParaRPr/>
            </a:p>
          </p:txBody>
        </p:sp>
        <p:sp>
          <p:nvSpPr>
            <p:cNvPr id="28" name="object 206">
              <a:extLst>
                <a:ext uri="{FF2B5EF4-FFF2-40B4-BE49-F238E27FC236}">
                  <a16:creationId xmlns:a16="http://schemas.microsoft.com/office/drawing/2014/main" id="{92BD5E43-B8DD-8CB1-B900-70FF1BC73E42}"/>
                </a:ext>
              </a:extLst>
            </p:cNvPr>
            <p:cNvSpPr/>
            <p:nvPr/>
          </p:nvSpPr>
          <p:spPr>
            <a:xfrm>
              <a:off x="12199071" y="4559076"/>
              <a:ext cx="92710" cy="306070"/>
            </a:xfrm>
            <a:custGeom>
              <a:avLst/>
              <a:gdLst/>
              <a:ahLst/>
              <a:cxnLst/>
              <a:rect l="l" t="t" r="r" b="b"/>
              <a:pathLst>
                <a:path w="92709" h="306070">
                  <a:moveTo>
                    <a:pt x="0" y="305993"/>
                  </a:moveTo>
                  <a:lnTo>
                    <a:pt x="0" y="173761"/>
                  </a:lnTo>
                  <a:lnTo>
                    <a:pt x="6630" y="121513"/>
                  </a:lnTo>
                  <a:lnTo>
                    <a:pt x="25403" y="74017"/>
                  </a:lnTo>
                  <a:lnTo>
                    <a:pt x="54638" y="32952"/>
                  </a:lnTo>
                  <a:lnTo>
                    <a:pt x="92659" y="0"/>
                  </a:lnTo>
                </a:path>
              </a:pathLst>
            </a:custGeom>
            <a:ln w="27457">
              <a:solidFill>
                <a:srgbClr val="5A6771"/>
              </a:solidFill>
            </a:ln>
          </p:spPr>
          <p:txBody>
            <a:bodyPr wrap="square" lIns="0" tIns="0" rIns="0" bIns="0" rtlCol="0"/>
            <a:lstStyle/>
            <a:p>
              <a:endParaRPr/>
            </a:p>
          </p:txBody>
        </p:sp>
        <p:sp>
          <p:nvSpPr>
            <p:cNvPr id="29" name="object 207">
              <a:extLst>
                <a:ext uri="{FF2B5EF4-FFF2-40B4-BE49-F238E27FC236}">
                  <a16:creationId xmlns:a16="http://schemas.microsoft.com/office/drawing/2014/main" id="{251AC430-0861-BA13-F4F7-8450D1252074}"/>
                </a:ext>
              </a:extLst>
            </p:cNvPr>
            <p:cNvSpPr/>
            <p:nvPr/>
          </p:nvSpPr>
          <p:spPr>
            <a:xfrm>
              <a:off x="12269679" y="4805934"/>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30" name="object 208">
              <a:extLst>
                <a:ext uri="{FF2B5EF4-FFF2-40B4-BE49-F238E27FC236}">
                  <a16:creationId xmlns:a16="http://schemas.microsoft.com/office/drawing/2014/main" id="{EC30304D-30BB-2221-6ABC-576403DF4A99}"/>
                </a:ext>
              </a:extLst>
            </p:cNvPr>
            <p:cNvSpPr/>
            <p:nvPr/>
          </p:nvSpPr>
          <p:spPr>
            <a:xfrm>
              <a:off x="12269679" y="4865775"/>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31" name="object 209">
              <a:extLst>
                <a:ext uri="{FF2B5EF4-FFF2-40B4-BE49-F238E27FC236}">
                  <a16:creationId xmlns:a16="http://schemas.microsoft.com/office/drawing/2014/main" id="{4652106E-B65D-5DFB-2229-8912719135AC}"/>
                </a:ext>
              </a:extLst>
            </p:cNvPr>
            <p:cNvSpPr/>
            <p:nvPr/>
          </p:nvSpPr>
          <p:spPr>
            <a:xfrm>
              <a:off x="12672063" y="4805934"/>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32" name="object 210">
              <a:extLst>
                <a:ext uri="{FF2B5EF4-FFF2-40B4-BE49-F238E27FC236}">
                  <a16:creationId xmlns:a16="http://schemas.microsoft.com/office/drawing/2014/main" id="{16395624-6F8A-7782-3D9D-50825656A6B4}"/>
                </a:ext>
              </a:extLst>
            </p:cNvPr>
            <p:cNvSpPr/>
            <p:nvPr/>
          </p:nvSpPr>
          <p:spPr>
            <a:xfrm>
              <a:off x="12672063" y="4865775"/>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grpSp>
      <p:sp>
        <p:nvSpPr>
          <p:cNvPr id="39" name="object 52">
            <a:extLst>
              <a:ext uri="{FF2B5EF4-FFF2-40B4-BE49-F238E27FC236}">
                <a16:creationId xmlns:a16="http://schemas.microsoft.com/office/drawing/2014/main" id="{8B6B21BD-DA7E-9276-77CA-5BDAF51930C7}"/>
              </a:ext>
            </a:extLst>
          </p:cNvPr>
          <p:cNvSpPr txBox="1"/>
          <p:nvPr/>
        </p:nvSpPr>
        <p:spPr>
          <a:xfrm>
            <a:off x="5541089" y="2857028"/>
            <a:ext cx="4044992" cy="1032975"/>
          </a:xfrm>
          <a:prstGeom prst="rect">
            <a:avLst/>
          </a:prstGeom>
        </p:spPr>
        <p:txBody>
          <a:bodyPr vert="horz" wrap="square" lIns="0" tIns="93980" rIns="0" bIns="0" rtlCol="0">
            <a:spAutoFit/>
          </a:bodyPr>
          <a:lstStyle/>
          <a:p>
            <a:pPr marL="15875">
              <a:lnSpc>
                <a:spcPct val="100000"/>
              </a:lnSpc>
              <a:spcBef>
                <a:spcPts val="740"/>
              </a:spcBef>
            </a:pPr>
            <a:r>
              <a:rPr sz="1000" spc="-45" dirty="0">
                <a:solidFill>
                  <a:srgbClr val="6E6E6D"/>
                </a:solidFill>
                <a:latin typeface="Arial Black"/>
                <a:cs typeface="Arial Black"/>
              </a:rPr>
              <a:t>ATTIVITÀ</a:t>
            </a:r>
            <a:endParaRPr sz="1000" dirty="0">
              <a:latin typeface="Arial Black"/>
              <a:cs typeface="Arial Black"/>
            </a:endParaRPr>
          </a:p>
          <a:p>
            <a:pPr>
              <a:lnSpc>
                <a:spcPct val="100000"/>
              </a:lnSpc>
              <a:spcBef>
                <a:spcPts val="25"/>
              </a:spcBef>
            </a:pPr>
            <a:endParaRPr lang="it-IT" sz="1100" dirty="0">
              <a:latin typeface="Arial Black"/>
              <a:cs typeface="Arial Black"/>
            </a:endParaRPr>
          </a:p>
          <a:p>
            <a:pPr marL="12700" marR="5080">
              <a:lnSpc>
                <a:spcPts val="2500"/>
              </a:lnSpc>
            </a:pPr>
            <a:r>
              <a:rPr lang="it-IT" sz="1400" spc="-155" dirty="0">
                <a:solidFill>
                  <a:srgbClr val="00C5C9"/>
                </a:solidFill>
                <a:latin typeface="Lucida Sans Unicode"/>
                <a:cs typeface="Lucida Sans Unicode"/>
              </a:rPr>
              <a:t>Cerca i dati riguardanti i campionati passati, per confrontarli alle informazioni ricavate precedentemente</a:t>
            </a:r>
            <a:endParaRPr lang="it-IT" sz="1400" dirty="0">
              <a:latin typeface="Lucida Sans Unicode"/>
              <a:cs typeface="Lucida Sans Unicode"/>
            </a:endParaRPr>
          </a:p>
        </p:txBody>
      </p:sp>
      <p:sp>
        <p:nvSpPr>
          <p:cNvPr id="40" name="object 52">
            <a:extLst>
              <a:ext uri="{FF2B5EF4-FFF2-40B4-BE49-F238E27FC236}">
                <a16:creationId xmlns:a16="http://schemas.microsoft.com/office/drawing/2014/main" id="{8B032FE0-A591-7DBC-C1BE-F77A1266A17A}"/>
              </a:ext>
            </a:extLst>
          </p:cNvPr>
          <p:cNvSpPr txBox="1"/>
          <p:nvPr/>
        </p:nvSpPr>
        <p:spPr>
          <a:xfrm>
            <a:off x="592410" y="5247289"/>
            <a:ext cx="4319850" cy="1880002"/>
          </a:xfrm>
          <a:prstGeom prst="rect">
            <a:avLst/>
          </a:prstGeom>
        </p:spPr>
        <p:txBody>
          <a:bodyPr vert="horz" wrap="square" lIns="0" tIns="93980" rIns="0" bIns="0" rtlCol="0">
            <a:spAutoFit/>
          </a:bodyPr>
          <a:lstStyle/>
          <a:p>
            <a:pPr marL="15875">
              <a:spcBef>
                <a:spcPts val="740"/>
              </a:spcBef>
            </a:pPr>
            <a:r>
              <a:rPr lang="it-IT" sz="1000" spc="-45" dirty="0">
                <a:solidFill>
                  <a:srgbClr val="6E6E6D"/>
                </a:solidFill>
                <a:latin typeface="Arial Black"/>
                <a:cs typeface="Arial Black"/>
              </a:rPr>
              <a:t>TOUCHPOINT</a:t>
            </a:r>
            <a:endParaRPr sz="1100" dirty="0">
              <a:latin typeface="Arial Black"/>
              <a:cs typeface="Arial Black"/>
            </a:endParaRPr>
          </a:p>
          <a:p>
            <a:pPr>
              <a:spcBef>
                <a:spcPts val="25"/>
              </a:spcBef>
            </a:pPr>
            <a:endParaRPr sz="1200" dirty="0">
              <a:latin typeface="Arial Black"/>
              <a:cs typeface="Arial Black"/>
            </a:endParaRPr>
          </a:p>
          <a:p>
            <a:pPr marL="12700" marR="5080"/>
            <a:r>
              <a:rPr lang="it-IT" sz="1600" spc="-155" dirty="0">
                <a:solidFill>
                  <a:srgbClr val="00C5C9"/>
                </a:solidFill>
                <a:latin typeface="Lucida Sans Unicode"/>
                <a:cs typeface="Lucida Sans Unicode"/>
              </a:rPr>
              <a:t>Deve cercare nella barra di ricerca del sito “Squadre”, dopo averci cliccato si arriva alla pagina delle Squadre. Qui si può selezionare una squadra nello specifico, filtrarla in base a diversi dati oppure ordinarle in base a un dato campo.</a:t>
            </a:r>
          </a:p>
          <a:p>
            <a:pPr marL="12700" marR="5080"/>
            <a:endParaRPr lang="it-IT" sz="1400" spc="-155" dirty="0">
              <a:solidFill>
                <a:srgbClr val="00C5C9"/>
              </a:solidFill>
              <a:latin typeface="Lucida Sans Unicode"/>
              <a:cs typeface="Lucida Sans Unicode"/>
            </a:endParaRPr>
          </a:p>
        </p:txBody>
      </p:sp>
    </p:spTree>
    <p:extLst>
      <p:ext uri="{BB962C8B-B14F-4D97-AF65-F5344CB8AC3E}">
        <p14:creationId xmlns:p14="http://schemas.microsoft.com/office/powerpoint/2010/main" val="183539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50968" y="9917214"/>
            <a:ext cx="142240" cy="358140"/>
          </a:xfrm>
          <a:custGeom>
            <a:avLst/>
            <a:gdLst/>
            <a:ahLst/>
            <a:cxnLst/>
            <a:rect l="l" t="t" r="r" b="b"/>
            <a:pathLst>
              <a:path w="142240" h="358140">
                <a:moveTo>
                  <a:pt x="73672" y="0"/>
                </a:moveTo>
                <a:lnTo>
                  <a:pt x="0" y="0"/>
                </a:lnTo>
                <a:lnTo>
                  <a:pt x="0" y="253453"/>
                </a:lnTo>
                <a:lnTo>
                  <a:pt x="4045" y="303168"/>
                </a:lnTo>
                <a:lnTo>
                  <a:pt x="17935" y="335360"/>
                </a:lnTo>
                <a:lnTo>
                  <a:pt x="44298" y="352710"/>
                </a:lnTo>
                <a:lnTo>
                  <a:pt x="85763" y="357898"/>
                </a:lnTo>
                <a:lnTo>
                  <a:pt x="97461" y="357769"/>
                </a:lnTo>
                <a:lnTo>
                  <a:pt x="107202" y="356868"/>
                </a:lnTo>
                <a:lnTo>
                  <a:pt x="120240" y="354421"/>
                </a:lnTo>
                <a:lnTo>
                  <a:pt x="141833" y="349656"/>
                </a:lnTo>
                <a:lnTo>
                  <a:pt x="138544" y="290817"/>
                </a:lnTo>
                <a:lnTo>
                  <a:pt x="96761" y="291922"/>
                </a:lnTo>
                <a:lnTo>
                  <a:pt x="83413" y="289518"/>
                </a:lnTo>
                <a:lnTo>
                  <a:pt x="76558" y="282167"/>
                </a:lnTo>
                <a:lnTo>
                  <a:pt x="74033" y="269660"/>
                </a:lnTo>
                <a:lnTo>
                  <a:pt x="73672" y="251790"/>
                </a:lnTo>
                <a:lnTo>
                  <a:pt x="73672" y="139090"/>
                </a:lnTo>
                <a:lnTo>
                  <a:pt x="141287" y="139090"/>
                </a:lnTo>
                <a:lnTo>
                  <a:pt x="141287" y="76415"/>
                </a:lnTo>
                <a:lnTo>
                  <a:pt x="73672" y="76415"/>
                </a:lnTo>
                <a:lnTo>
                  <a:pt x="73672" y="0"/>
                </a:lnTo>
                <a:close/>
              </a:path>
            </a:pathLst>
          </a:custGeom>
          <a:solidFill>
            <a:srgbClr val="0066CC"/>
          </a:solidFill>
        </p:spPr>
        <p:txBody>
          <a:bodyPr wrap="square" lIns="0" tIns="0" rIns="0" bIns="0" rtlCol="0"/>
          <a:lstStyle/>
          <a:p>
            <a:endParaRPr/>
          </a:p>
        </p:txBody>
      </p:sp>
      <p:sp>
        <p:nvSpPr>
          <p:cNvPr id="3" name="object 3"/>
          <p:cNvSpPr/>
          <p:nvPr/>
        </p:nvSpPr>
        <p:spPr>
          <a:xfrm>
            <a:off x="599617" y="9993884"/>
            <a:ext cx="71120" cy="274955"/>
          </a:xfrm>
          <a:custGeom>
            <a:avLst/>
            <a:gdLst/>
            <a:ahLst/>
            <a:cxnLst/>
            <a:rect l="l" t="t" r="r" b="b"/>
            <a:pathLst>
              <a:path w="71120" h="274954">
                <a:moveTo>
                  <a:pt x="70916" y="0"/>
                </a:moveTo>
                <a:lnTo>
                  <a:pt x="0" y="0"/>
                </a:lnTo>
                <a:lnTo>
                  <a:pt x="0" y="274574"/>
                </a:lnTo>
                <a:lnTo>
                  <a:pt x="70916" y="274574"/>
                </a:lnTo>
                <a:lnTo>
                  <a:pt x="70916" y="0"/>
                </a:lnTo>
                <a:close/>
              </a:path>
            </a:pathLst>
          </a:custGeom>
          <a:solidFill>
            <a:srgbClr val="0066CC"/>
          </a:solidFill>
        </p:spPr>
        <p:txBody>
          <a:bodyPr wrap="square" lIns="0" tIns="0" rIns="0" bIns="0" rtlCol="0"/>
          <a:lstStyle/>
          <a:p>
            <a:endParaRPr/>
          </a:p>
        </p:txBody>
      </p:sp>
      <p:pic>
        <p:nvPicPr>
          <p:cNvPr id="4" name="object 4"/>
          <p:cNvPicPr/>
          <p:nvPr/>
        </p:nvPicPr>
        <p:blipFill>
          <a:blip r:embed="rId2" cstate="print"/>
          <a:stretch>
            <a:fillRect/>
          </a:stretch>
        </p:blipFill>
        <p:spPr>
          <a:xfrm>
            <a:off x="441189" y="9985136"/>
            <a:ext cx="89992" cy="89992"/>
          </a:xfrm>
          <a:prstGeom prst="rect">
            <a:avLst/>
          </a:prstGeom>
        </p:spPr>
      </p:pic>
      <p:grpSp>
        <p:nvGrpSpPr>
          <p:cNvPr id="5" name="object 5"/>
          <p:cNvGrpSpPr/>
          <p:nvPr/>
        </p:nvGrpSpPr>
        <p:grpSpPr>
          <a:xfrm>
            <a:off x="996485" y="9979108"/>
            <a:ext cx="932180" cy="259715"/>
            <a:chOff x="996485" y="9979108"/>
            <a:chExt cx="932180" cy="259715"/>
          </a:xfrm>
        </p:grpSpPr>
        <p:pic>
          <p:nvPicPr>
            <p:cNvPr id="6" name="object 6"/>
            <p:cNvPicPr/>
            <p:nvPr/>
          </p:nvPicPr>
          <p:blipFill>
            <a:blip r:embed="rId3" cstate="print"/>
            <a:stretch>
              <a:fillRect/>
            </a:stretch>
          </p:blipFill>
          <p:spPr>
            <a:xfrm>
              <a:off x="1632153" y="9979113"/>
              <a:ext cx="296191" cy="100755"/>
            </a:xfrm>
            <a:prstGeom prst="rect">
              <a:avLst/>
            </a:prstGeom>
          </p:spPr>
        </p:pic>
        <p:pic>
          <p:nvPicPr>
            <p:cNvPr id="7" name="object 7"/>
            <p:cNvPicPr/>
            <p:nvPr/>
          </p:nvPicPr>
          <p:blipFill>
            <a:blip r:embed="rId4" cstate="print"/>
            <a:stretch>
              <a:fillRect/>
            </a:stretch>
          </p:blipFill>
          <p:spPr>
            <a:xfrm>
              <a:off x="996485" y="9979108"/>
              <a:ext cx="852965" cy="259434"/>
            </a:xfrm>
            <a:prstGeom prst="rect">
              <a:avLst/>
            </a:prstGeom>
          </p:spPr>
        </p:pic>
      </p:grpSp>
      <p:grpSp>
        <p:nvGrpSpPr>
          <p:cNvPr id="8" name="object 8"/>
          <p:cNvGrpSpPr/>
          <p:nvPr/>
        </p:nvGrpSpPr>
        <p:grpSpPr>
          <a:xfrm>
            <a:off x="1406936" y="3679526"/>
            <a:ext cx="1351915" cy="1351915"/>
            <a:chOff x="1406936" y="3679526"/>
            <a:chExt cx="1351915" cy="1351915"/>
          </a:xfrm>
        </p:grpSpPr>
        <p:sp>
          <p:nvSpPr>
            <p:cNvPr id="9" name="object 9"/>
            <p:cNvSpPr/>
            <p:nvPr/>
          </p:nvSpPr>
          <p:spPr>
            <a:xfrm>
              <a:off x="2742558" y="5015149"/>
              <a:ext cx="15240" cy="15240"/>
            </a:xfrm>
            <a:custGeom>
              <a:avLst/>
              <a:gdLst/>
              <a:ahLst/>
              <a:cxnLst/>
              <a:rect l="l" t="t" r="r" b="b"/>
              <a:pathLst>
                <a:path w="15239" h="15239">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10" name="object 10"/>
            <p:cNvSpPr/>
            <p:nvPr/>
          </p:nvSpPr>
          <p:spPr>
            <a:xfrm>
              <a:off x="1437725" y="5030147"/>
              <a:ext cx="1275715" cy="0"/>
            </a:xfrm>
            <a:custGeom>
              <a:avLst/>
              <a:gdLst/>
              <a:ahLst/>
              <a:cxnLst/>
              <a:rect l="l" t="t" r="r" b="b"/>
              <a:pathLst>
                <a:path w="1275714">
                  <a:moveTo>
                    <a:pt x="1275511" y="0"/>
                  </a:moveTo>
                  <a:lnTo>
                    <a:pt x="0" y="0"/>
                  </a:lnTo>
                </a:path>
              </a:pathLst>
            </a:custGeom>
            <a:ln w="3175">
              <a:solidFill>
                <a:srgbClr val="5A6771"/>
              </a:solidFill>
              <a:prstDash val="lgDash"/>
            </a:ln>
          </p:spPr>
          <p:txBody>
            <a:bodyPr wrap="square" lIns="0" tIns="0" rIns="0" bIns="0" rtlCol="0"/>
            <a:lstStyle/>
            <a:p>
              <a:endParaRPr/>
            </a:p>
          </p:txBody>
        </p:sp>
        <p:sp>
          <p:nvSpPr>
            <p:cNvPr id="11" name="object 11"/>
            <p:cNvSpPr/>
            <p:nvPr/>
          </p:nvSpPr>
          <p:spPr>
            <a:xfrm>
              <a:off x="1408060" y="5015148"/>
              <a:ext cx="15240" cy="15240"/>
            </a:xfrm>
            <a:custGeom>
              <a:avLst/>
              <a:gdLst/>
              <a:ahLst/>
              <a:cxnLst/>
              <a:rect l="l" t="t" r="r" b="b"/>
              <a:pathLst>
                <a:path w="15240"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12" name="object 12"/>
            <p:cNvSpPr/>
            <p:nvPr/>
          </p:nvSpPr>
          <p:spPr>
            <a:xfrm>
              <a:off x="1408064"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13" name="object 13"/>
            <p:cNvSpPr/>
            <p:nvPr/>
          </p:nvSpPr>
          <p:spPr>
            <a:xfrm>
              <a:off x="1408064" y="36806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14" name="object 14"/>
            <p:cNvSpPr/>
            <p:nvPr/>
          </p:nvSpPr>
          <p:spPr>
            <a:xfrm>
              <a:off x="1452384" y="3680655"/>
              <a:ext cx="1275715" cy="0"/>
            </a:xfrm>
            <a:custGeom>
              <a:avLst/>
              <a:gdLst/>
              <a:ahLst/>
              <a:cxnLst/>
              <a:rect l="l" t="t" r="r" b="b"/>
              <a:pathLst>
                <a:path w="1275714">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15" name="object 15"/>
            <p:cNvSpPr/>
            <p:nvPr/>
          </p:nvSpPr>
          <p:spPr>
            <a:xfrm>
              <a:off x="2742562" y="3680655"/>
              <a:ext cx="15240" cy="15240"/>
            </a:xfrm>
            <a:custGeom>
              <a:avLst/>
              <a:gdLst/>
              <a:ahLst/>
              <a:cxnLst/>
              <a:rect l="l" t="t" r="r" b="b"/>
              <a:pathLst>
                <a:path w="15239"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16" name="object 16"/>
            <p:cNvSpPr/>
            <p:nvPr/>
          </p:nvSpPr>
          <p:spPr>
            <a:xfrm>
              <a:off x="2757557" y="3724972"/>
              <a:ext cx="0" cy="1275715"/>
            </a:xfrm>
            <a:custGeom>
              <a:avLst/>
              <a:gdLst/>
              <a:ahLst/>
              <a:cxnLst/>
              <a:rect l="l" t="t" r="r" b="b"/>
              <a:pathLst>
                <a:path h="1275714">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17" name="object 17"/>
          <p:cNvGrpSpPr/>
          <p:nvPr/>
        </p:nvGrpSpPr>
        <p:grpSpPr>
          <a:xfrm>
            <a:off x="3494821" y="3679526"/>
            <a:ext cx="1351915" cy="1351915"/>
            <a:chOff x="3494821" y="3679526"/>
            <a:chExt cx="1351915" cy="1351915"/>
          </a:xfrm>
        </p:grpSpPr>
        <p:sp>
          <p:nvSpPr>
            <p:cNvPr id="18" name="object 18"/>
            <p:cNvSpPr/>
            <p:nvPr/>
          </p:nvSpPr>
          <p:spPr>
            <a:xfrm>
              <a:off x="4830437" y="5015149"/>
              <a:ext cx="15240" cy="15240"/>
            </a:xfrm>
            <a:custGeom>
              <a:avLst/>
              <a:gdLst/>
              <a:ahLst/>
              <a:cxnLst/>
              <a:rect l="l" t="t" r="r" b="b"/>
              <a:pathLst>
                <a:path w="15239" h="15239">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19" name="object 19"/>
            <p:cNvSpPr/>
            <p:nvPr/>
          </p:nvSpPr>
          <p:spPr>
            <a:xfrm>
              <a:off x="3525597" y="5030147"/>
              <a:ext cx="1275715" cy="0"/>
            </a:xfrm>
            <a:custGeom>
              <a:avLst/>
              <a:gdLst/>
              <a:ahLst/>
              <a:cxnLst/>
              <a:rect l="l" t="t" r="r" b="b"/>
              <a:pathLst>
                <a:path w="1275714">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20" name="object 20"/>
            <p:cNvSpPr/>
            <p:nvPr/>
          </p:nvSpPr>
          <p:spPr>
            <a:xfrm>
              <a:off x="3495945" y="5015148"/>
              <a:ext cx="15240" cy="15240"/>
            </a:xfrm>
            <a:custGeom>
              <a:avLst/>
              <a:gdLst/>
              <a:ahLst/>
              <a:cxnLst/>
              <a:rect l="l" t="t" r="r" b="b"/>
              <a:pathLst>
                <a:path w="15239"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21" name="object 21"/>
            <p:cNvSpPr/>
            <p:nvPr/>
          </p:nvSpPr>
          <p:spPr>
            <a:xfrm>
              <a:off x="3495949"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22" name="object 22"/>
            <p:cNvSpPr/>
            <p:nvPr/>
          </p:nvSpPr>
          <p:spPr>
            <a:xfrm>
              <a:off x="3495949" y="3680650"/>
              <a:ext cx="15240" cy="15240"/>
            </a:xfrm>
            <a:custGeom>
              <a:avLst/>
              <a:gdLst/>
              <a:ahLst/>
              <a:cxnLst/>
              <a:rect l="l" t="t" r="r" b="b"/>
              <a:pathLst>
                <a:path w="15239"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23" name="object 23"/>
            <p:cNvSpPr/>
            <p:nvPr/>
          </p:nvSpPr>
          <p:spPr>
            <a:xfrm>
              <a:off x="3540263" y="3680655"/>
              <a:ext cx="1275715" cy="0"/>
            </a:xfrm>
            <a:custGeom>
              <a:avLst/>
              <a:gdLst/>
              <a:ahLst/>
              <a:cxnLst/>
              <a:rect l="l" t="t" r="r" b="b"/>
              <a:pathLst>
                <a:path w="1275714">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24" name="object 24"/>
            <p:cNvSpPr/>
            <p:nvPr/>
          </p:nvSpPr>
          <p:spPr>
            <a:xfrm>
              <a:off x="4830441" y="3680655"/>
              <a:ext cx="15240" cy="15240"/>
            </a:xfrm>
            <a:custGeom>
              <a:avLst/>
              <a:gdLst/>
              <a:ahLst/>
              <a:cxnLst/>
              <a:rect l="l" t="t" r="r" b="b"/>
              <a:pathLst>
                <a:path w="15239"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25" name="object 25"/>
            <p:cNvSpPr/>
            <p:nvPr/>
          </p:nvSpPr>
          <p:spPr>
            <a:xfrm>
              <a:off x="4845436" y="3724972"/>
              <a:ext cx="0" cy="1275715"/>
            </a:xfrm>
            <a:custGeom>
              <a:avLst/>
              <a:gdLst/>
              <a:ahLst/>
              <a:cxnLst/>
              <a:rect l="l" t="t" r="r" b="b"/>
              <a:pathLst>
                <a:path h="1275714">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26" name="object 26"/>
          <p:cNvGrpSpPr/>
          <p:nvPr/>
        </p:nvGrpSpPr>
        <p:grpSpPr>
          <a:xfrm>
            <a:off x="5582700" y="3679526"/>
            <a:ext cx="1351915" cy="1351915"/>
            <a:chOff x="5582700" y="3679526"/>
            <a:chExt cx="1351915" cy="1351915"/>
          </a:xfrm>
        </p:grpSpPr>
        <p:sp>
          <p:nvSpPr>
            <p:cNvPr id="27" name="object 27"/>
            <p:cNvSpPr/>
            <p:nvPr/>
          </p:nvSpPr>
          <p:spPr>
            <a:xfrm>
              <a:off x="6918316" y="5015149"/>
              <a:ext cx="15240" cy="15240"/>
            </a:xfrm>
            <a:custGeom>
              <a:avLst/>
              <a:gdLst/>
              <a:ahLst/>
              <a:cxnLst/>
              <a:rect l="l" t="t" r="r" b="b"/>
              <a:pathLst>
                <a:path w="15240" h="15239">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28" name="object 28"/>
            <p:cNvSpPr/>
            <p:nvPr/>
          </p:nvSpPr>
          <p:spPr>
            <a:xfrm>
              <a:off x="5613476" y="5030147"/>
              <a:ext cx="1275715" cy="0"/>
            </a:xfrm>
            <a:custGeom>
              <a:avLst/>
              <a:gdLst/>
              <a:ahLst/>
              <a:cxnLst/>
              <a:rect l="l" t="t" r="r" b="b"/>
              <a:pathLst>
                <a:path w="1275715">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29" name="object 29"/>
            <p:cNvSpPr/>
            <p:nvPr/>
          </p:nvSpPr>
          <p:spPr>
            <a:xfrm>
              <a:off x="5583824" y="5015148"/>
              <a:ext cx="15240" cy="15240"/>
            </a:xfrm>
            <a:custGeom>
              <a:avLst/>
              <a:gdLst/>
              <a:ahLst/>
              <a:cxnLst/>
              <a:rect l="l" t="t" r="r" b="b"/>
              <a:pathLst>
                <a:path w="15239"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30" name="object 30"/>
            <p:cNvSpPr/>
            <p:nvPr/>
          </p:nvSpPr>
          <p:spPr>
            <a:xfrm>
              <a:off x="5583828"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31" name="object 31"/>
            <p:cNvSpPr/>
            <p:nvPr/>
          </p:nvSpPr>
          <p:spPr>
            <a:xfrm>
              <a:off x="5583828" y="3680650"/>
              <a:ext cx="15240" cy="15240"/>
            </a:xfrm>
            <a:custGeom>
              <a:avLst/>
              <a:gdLst/>
              <a:ahLst/>
              <a:cxnLst/>
              <a:rect l="l" t="t" r="r" b="b"/>
              <a:pathLst>
                <a:path w="15239"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32" name="object 32"/>
            <p:cNvSpPr/>
            <p:nvPr/>
          </p:nvSpPr>
          <p:spPr>
            <a:xfrm>
              <a:off x="5628142" y="3680655"/>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33" name="object 33"/>
            <p:cNvSpPr/>
            <p:nvPr/>
          </p:nvSpPr>
          <p:spPr>
            <a:xfrm>
              <a:off x="6918319" y="3680655"/>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34" name="object 34"/>
            <p:cNvSpPr/>
            <p:nvPr/>
          </p:nvSpPr>
          <p:spPr>
            <a:xfrm>
              <a:off x="6933314" y="3724972"/>
              <a:ext cx="0" cy="1275715"/>
            </a:xfrm>
            <a:custGeom>
              <a:avLst/>
              <a:gdLst/>
              <a:ahLst/>
              <a:cxnLst/>
              <a:rect l="l" t="t" r="r" b="b"/>
              <a:pathLst>
                <a:path h="1275714">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35" name="object 35"/>
          <p:cNvGrpSpPr/>
          <p:nvPr/>
        </p:nvGrpSpPr>
        <p:grpSpPr>
          <a:xfrm>
            <a:off x="7670579" y="3679526"/>
            <a:ext cx="1351915" cy="1351915"/>
            <a:chOff x="7670579" y="3679526"/>
            <a:chExt cx="1351915" cy="1351915"/>
          </a:xfrm>
        </p:grpSpPr>
        <p:sp>
          <p:nvSpPr>
            <p:cNvPr id="36" name="object 36"/>
            <p:cNvSpPr/>
            <p:nvPr/>
          </p:nvSpPr>
          <p:spPr>
            <a:xfrm>
              <a:off x="9006201" y="5015149"/>
              <a:ext cx="15240" cy="15240"/>
            </a:xfrm>
            <a:custGeom>
              <a:avLst/>
              <a:gdLst/>
              <a:ahLst/>
              <a:cxnLst/>
              <a:rect l="l" t="t" r="r" b="b"/>
              <a:pathLst>
                <a:path w="15240" h="15239">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37" name="object 37"/>
            <p:cNvSpPr/>
            <p:nvPr/>
          </p:nvSpPr>
          <p:spPr>
            <a:xfrm>
              <a:off x="7701354" y="5030147"/>
              <a:ext cx="1275715" cy="0"/>
            </a:xfrm>
            <a:custGeom>
              <a:avLst/>
              <a:gdLst/>
              <a:ahLst/>
              <a:cxnLst/>
              <a:rect l="l" t="t" r="r" b="b"/>
              <a:pathLst>
                <a:path w="1275715">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38" name="object 38"/>
            <p:cNvSpPr/>
            <p:nvPr/>
          </p:nvSpPr>
          <p:spPr>
            <a:xfrm>
              <a:off x="7671703" y="5015148"/>
              <a:ext cx="15240" cy="15240"/>
            </a:xfrm>
            <a:custGeom>
              <a:avLst/>
              <a:gdLst/>
              <a:ahLst/>
              <a:cxnLst/>
              <a:rect l="l" t="t" r="r" b="b"/>
              <a:pathLst>
                <a:path w="15240"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39" name="object 39"/>
            <p:cNvSpPr/>
            <p:nvPr/>
          </p:nvSpPr>
          <p:spPr>
            <a:xfrm>
              <a:off x="7671706"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40" name="object 40"/>
            <p:cNvSpPr/>
            <p:nvPr/>
          </p:nvSpPr>
          <p:spPr>
            <a:xfrm>
              <a:off x="7671706" y="36806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41" name="object 41"/>
            <p:cNvSpPr/>
            <p:nvPr/>
          </p:nvSpPr>
          <p:spPr>
            <a:xfrm>
              <a:off x="7716027" y="3680655"/>
              <a:ext cx="1275715" cy="0"/>
            </a:xfrm>
            <a:custGeom>
              <a:avLst/>
              <a:gdLst/>
              <a:ahLst/>
              <a:cxnLst/>
              <a:rect l="l" t="t" r="r" b="b"/>
              <a:pathLst>
                <a:path w="1275715">
                  <a:moveTo>
                    <a:pt x="0" y="0"/>
                  </a:moveTo>
                  <a:lnTo>
                    <a:pt x="1275511" y="0"/>
                  </a:lnTo>
                </a:path>
              </a:pathLst>
            </a:custGeom>
            <a:ln w="3175">
              <a:solidFill>
                <a:srgbClr val="5A6771"/>
              </a:solidFill>
              <a:prstDash val="lgDash"/>
            </a:ln>
          </p:spPr>
          <p:txBody>
            <a:bodyPr wrap="square" lIns="0" tIns="0" rIns="0" bIns="0" rtlCol="0"/>
            <a:lstStyle/>
            <a:p>
              <a:endParaRPr/>
            </a:p>
          </p:txBody>
        </p:sp>
        <p:sp>
          <p:nvSpPr>
            <p:cNvPr id="42" name="object 42"/>
            <p:cNvSpPr/>
            <p:nvPr/>
          </p:nvSpPr>
          <p:spPr>
            <a:xfrm>
              <a:off x="9006205" y="3680655"/>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43" name="object 43"/>
            <p:cNvSpPr/>
            <p:nvPr/>
          </p:nvSpPr>
          <p:spPr>
            <a:xfrm>
              <a:off x="9021199" y="3724972"/>
              <a:ext cx="0" cy="1275715"/>
            </a:xfrm>
            <a:custGeom>
              <a:avLst/>
              <a:gdLst/>
              <a:ahLst/>
              <a:cxnLst/>
              <a:rect l="l" t="t" r="r" b="b"/>
              <a:pathLst>
                <a:path h="1275714">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44" name="object 44"/>
          <p:cNvGrpSpPr/>
          <p:nvPr/>
        </p:nvGrpSpPr>
        <p:grpSpPr>
          <a:xfrm>
            <a:off x="9758457" y="3679526"/>
            <a:ext cx="1351915" cy="1351915"/>
            <a:chOff x="9758457" y="3679526"/>
            <a:chExt cx="1351915" cy="1351915"/>
          </a:xfrm>
        </p:grpSpPr>
        <p:sp>
          <p:nvSpPr>
            <p:cNvPr id="45" name="object 45"/>
            <p:cNvSpPr/>
            <p:nvPr/>
          </p:nvSpPr>
          <p:spPr>
            <a:xfrm>
              <a:off x="9759581" y="5015148"/>
              <a:ext cx="15240" cy="15240"/>
            </a:xfrm>
            <a:custGeom>
              <a:avLst/>
              <a:gdLst/>
              <a:ahLst/>
              <a:cxnLst/>
              <a:rect l="l" t="t" r="r" b="b"/>
              <a:pathLst>
                <a:path w="15240"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46" name="object 46"/>
            <p:cNvSpPr/>
            <p:nvPr/>
          </p:nvSpPr>
          <p:spPr>
            <a:xfrm>
              <a:off x="9759585"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47" name="object 47"/>
            <p:cNvSpPr/>
            <p:nvPr/>
          </p:nvSpPr>
          <p:spPr>
            <a:xfrm>
              <a:off x="9759585" y="36806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48" name="object 48"/>
            <p:cNvSpPr/>
            <p:nvPr/>
          </p:nvSpPr>
          <p:spPr>
            <a:xfrm>
              <a:off x="9803906" y="3680655"/>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49" name="object 49"/>
            <p:cNvSpPr/>
            <p:nvPr/>
          </p:nvSpPr>
          <p:spPr>
            <a:xfrm>
              <a:off x="11094083" y="3680655"/>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grpSp>
      <p:grpSp>
        <p:nvGrpSpPr>
          <p:cNvPr id="50" name="object 50"/>
          <p:cNvGrpSpPr/>
          <p:nvPr/>
        </p:nvGrpSpPr>
        <p:grpSpPr>
          <a:xfrm>
            <a:off x="11846336" y="3679526"/>
            <a:ext cx="1351915" cy="1351915"/>
            <a:chOff x="11846336" y="3679526"/>
            <a:chExt cx="1351915" cy="1351915"/>
          </a:xfrm>
        </p:grpSpPr>
        <p:sp>
          <p:nvSpPr>
            <p:cNvPr id="51" name="object 51"/>
            <p:cNvSpPr/>
            <p:nvPr/>
          </p:nvSpPr>
          <p:spPr>
            <a:xfrm>
              <a:off x="13181958" y="5015149"/>
              <a:ext cx="15240" cy="15240"/>
            </a:xfrm>
            <a:custGeom>
              <a:avLst/>
              <a:gdLst/>
              <a:ahLst/>
              <a:cxnLst/>
              <a:rect l="l" t="t" r="r" b="b"/>
              <a:pathLst>
                <a:path w="15240" h="15239">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52" name="object 52"/>
            <p:cNvSpPr/>
            <p:nvPr/>
          </p:nvSpPr>
          <p:spPr>
            <a:xfrm>
              <a:off x="11877125" y="5030147"/>
              <a:ext cx="1275715" cy="0"/>
            </a:xfrm>
            <a:custGeom>
              <a:avLst/>
              <a:gdLst/>
              <a:ahLst/>
              <a:cxnLst/>
              <a:rect l="l" t="t" r="r" b="b"/>
              <a:pathLst>
                <a:path w="1275715">
                  <a:moveTo>
                    <a:pt x="1275511" y="0"/>
                  </a:moveTo>
                  <a:lnTo>
                    <a:pt x="0" y="0"/>
                  </a:lnTo>
                </a:path>
              </a:pathLst>
            </a:custGeom>
            <a:ln w="3175">
              <a:solidFill>
                <a:srgbClr val="5A6771"/>
              </a:solidFill>
              <a:prstDash val="lgDash"/>
            </a:ln>
          </p:spPr>
          <p:txBody>
            <a:bodyPr wrap="square" lIns="0" tIns="0" rIns="0" bIns="0" rtlCol="0"/>
            <a:lstStyle/>
            <a:p>
              <a:endParaRPr/>
            </a:p>
          </p:txBody>
        </p:sp>
        <p:sp>
          <p:nvSpPr>
            <p:cNvPr id="53" name="object 53"/>
            <p:cNvSpPr/>
            <p:nvPr/>
          </p:nvSpPr>
          <p:spPr>
            <a:xfrm>
              <a:off x="11847460" y="5015148"/>
              <a:ext cx="15240" cy="15240"/>
            </a:xfrm>
            <a:custGeom>
              <a:avLst/>
              <a:gdLst/>
              <a:ahLst/>
              <a:cxnLst/>
              <a:rect l="l" t="t" r="r" b="b"/>
              <a:pathLst>
                <a:path w="15240" h="15239">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54" name="object 54"/>
            <p:cNvSpPr/>
            <p:nvPr/>
          </p:nvSpPr>
          <p:spPr>
            <a:xfrm>
              <a:off x="11847464" y="3710316"/>
              <a:ext cx="0" cy="1275715"/>
            </a:xfrm>
            <a:custGeom>
              <a:avLst/>
              <a:gdLst/>
              <a:ahLst/>
              <a:cxnLst/>
              <a:rect l="l" t="t" r="r" b="b"/>
              <a:pathLst>
                <a:path h="1275714">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55" name="object 55"/>
            <p:cNvSpPr/>
            <p:nvPr/>
          </p:nvSpPr>
          <p:spPr>
            <a:xfrm>
              <a:off x="11847464" y="36806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56" name="object 56"/>
            <p:cNvSpPr/>
            <p:nvPr/>
          </p:nvSpPr>
          <p:spPr>
            <a:xfrm>
              <a:off x="11891784" y="3680655"/>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57" name="object 57"/>
            <p:cNvSpPr/>
            <p:nvPr/>
          </p:nvSpPr>
          <p:spPr>
            <a:xfrm>
              <a:off x="13181962" y="3680655"/>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58" name="object 58"/>
            <p:cNvSpPr/>
            <p:nvPr/>
          </p:nvSpPr>
          <p:spPr>
            <a:xfrm>
              <a:off x="13196957" y="3724972"/>
              <a:ext cx="0" cy="1275715"/>
            </a:xfrm>
            <a:custGeom>
              <a:avLst/>
              <a:gdLst/>
              <a:ahLst/>
              <a:cxnLst/>
              <a:rect l="l" t="t" r="r" b="b"/>
              <a:pathLst>
                <a:path h="1275714">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59" name="object 59"/>
          <p:cNvGrpSpPr/>
          <p:nvPr/>
        </p:nvGrpSpPr>
        <p:grpSpPr>
          <a:xfrm>
            <a:off x="1406936" y="5660726"/>
            <a:ext cx="1351915" cy="1351915"/>
            <a:chOff x="1406936" y="5660726"/>
            <a:chExt cx="1351915" cy="1351915"/>
          </a:xfrm>
        </p:grpSpPr>
        <p:sp>
          <p:nvSpPr>
            <p:cNvPr id="60" name="object 60"/>
            <p:cNvSpPr/>
            <p:nvPr/>
          </p:nvSpPr>
          <p:spPr>
            <a:xfrm>
              <a:off x="2742558" y="6996349"/>
              <a:ext cx="15240" cy="15240"/>
            </a:xfrm>
            <a:custGeom>
              <a:avLst/>
              <a:gdLst/>
              <a:ahLst/>
              <a:cxnLst/>
              <a:rect l="l" t="t" r="r" b="b"/>
              <a:pathLst>
                <a:path w="15239"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61" name="object 61"/>
            <p:cNvSpPr/>
            <p:nvPr/>
          </p:nvSpPr>
          <p:spPr>
            <a:xfrm>
              <a:off x="1437725" y="7011347"/>
              <a:ext cx="1275715" cy="0"/>
            </a:xfrm>
            <a:custGeom>
              <a:avLst/>
              <a:gdLst/>
              <a:ahLst/>
              <a:cxnLst/>
              <a:rect l="l" t="t" r="r" b="b"/>
              <a:pathLst>
                <a:path w="1275714">
                  <a:moveTo>
                    <a:pt x="1275511" y="0"/>
                  </a:moveTo>
                  <a:lnTo>
                    <a:pt x="0" y="0"/>
                  </a:lnTo>
                </a:path>
              </a:pathLst>
            </a:custGeom>
            <a:ln w="3175">
              <a:solidFill>
                <a:srgbClr val="5A6771"/>
              </a:solidFill>
              <a:prstDash val="lgDash"/>
            </a:ln>
          </p:spPr>
          <p:txBody>
            <a:bodyPr wrap="square" lIns="0" tIns="0" rIns="0" bIns="0" rtlCol="0"/>
            <a:lstStyle/>
            <a:p>
              <a:endParaRPr/>
            </a:p>
          </p:txBody>
        </p:sp>
        <p:sp>
          <p:nvSpPr>
            <p:cNvPr id="62" name="object 62"/>
            <p:cNvSpPr/>
            <p:nvPr/>
          </p:nvSpPr>
          <p:spPr>
            <a:xfrm>
              <a:off x="1408060" y="6996348"/>
              <a:ext cx="15240" cy="15240"/>
            </a:xfrm>
            <a:custGeom>
              <a:avLst/>
              <a:gdLst/>
              <a:ahLst/>
              <a:cxnLst/>
              <a:rect l="l" t="t" r="r" b="b"/>
              <a:pathLst>
                <a:path w="15240"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63" name="object 63"/>
            <p:cNvSpPr/>
            <p:nvPr/>
          </p:nvSpPr>
          <p:spPr>
            <a:xfrm>
              <a:off x="1408064"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64" name="object 64"/>
            <p:cNvSpPr/>
            <p:nvPr/>
          </p:nvSpPr>
          <p:spPr>
            <a:xfrm>
              <a:off x="1408064" y="56618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65" name="object 65"/>
            <p:cNvSpPr/>
            <p:nvPr/>
          </p:nvSpPr>
          <p:spPr>
            <a:xfrm>
              <a:off x="1452384" y="5661854"/>
              <a:ext cx="1275715" cy="0"/>
            </a:xfrm>
            <a:custGeom>
              <a:avLst/>
              <a:gdLst/>
              <a:ahLst/>
              <a:cxnLst/>
              <a:rect l="l" t="t" r="r" b="b"/>
              <a:pathLst>
                <a:path w="1275714">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66" name="object 66"/>
            <p:cNvSpPr/>
            <p:nvPr/>
          </p:nvSpPr>
          <p:spPr>
            <a:xfrm>
              <a:off x="2742562" y="5661854"/>
              <a:ext cx="15240" cy="15240"/>
            </a:xfrm>
            <a:custGeom>
              <a:avLst/>
              <a:gdLst/>
              <a:ahLst/>
              <a:cxnLst/>
              <a:rect l="l" t="t" r="r" b="b"/>
              <a:pathLst>
                <a:path w="15239"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67" name="object 67"/>
            <p:cNvSpPr/>
            <p:nvPr/>
          </p:nvSpPr>
          <p:spPr>
            <a:xfrm>
              <a:off x="2757557"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68" name="object 68"/>
          <p:cNvGrpSpPr/>
          <p:nvPr/>
        </p:nvGrpSpPr>
        <p:grpSpPr>
          <a:xfrm>
            <a:off x="3494821" y="5660726"/>
            <a:ext cx="1351915" cy="1351915"/>
            <a:chOff x="3494821" y="5660726"/>
            <a:chExt cx="1351915" cy="1351915"/>
          </a:xfrm>
        </p:grpSpPr>
        <p:sp>
          <p:nvSpPr>
            <p:cNvPr id="69" name="object 69"/>
            <p:cNvSpPr/>
            <p:nvPr/>
          </p:nvSpPr>
          <p:spPr>
            <a:xfrm>
              <a:off x="4830437" y="6996349"/>
              <a:ext cx="15240" cy="15240"/>
            </a:xfrm>
            <a:custGeom>
              <a:avLst/>
              <a:gdLst/>
              <a:ahLst/>
              <a:cxnLst/>
              <a:rect l="l" t="t" r="r" b="b"/>
              <a:pathLst>
                <a:path w="15239"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70" name="object 70"/>
            <p:cNvSpPr/>
            <p:nvPr/>
          </p:nvSpPr>
          <p:spPr>
            <a:xfrm>
              <a:off x="3525597" y="7011347"/>
              <a:ext cx="1275715" cy="0"/>
            </a:xfrm>
            <a:custGeom>
              <a:avLst/>
              <a:gdLst/>
              <a:ahLst/>
              <a:cxnLst/>
              <a:rect l="l" t="t" r="r" b="b"/>
              <a:pathLst>
                <a:path w="1275714">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71" name="object 71"/>
            <p:cNvSpPr/>
            <p:nvPr/>
          </p:nvSpPr>
          <p:spPr>
            <a:xfrm>
              <a:off x="3495945" y="6996348"/>
              <a:ext cx="15240" cy="15240"/>
            </a:xfrm>
            <a:custGeom>
              <a:avLst/>
              <a:gdLst/>
              <a:ahLst/>
              <a:cxnLst/>
              <a:rect l="l" t="t" r="r" b="b"/>
              <a:pathLst>
                <a:path w="15239"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72" name="object 72"/>
            <p:cNvSpPr/>
            <p:nvPr/>
          </p:nvSpPr>
          <p:spPr>
            <a:xfrm>
              <a:off x="3495949"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73" name="object 73"/>
            <p:cNvSpPr/>
            <p:nvPr/>
          </p:nvSpPr>
          <p:spPr>
            <a:xfrm>
              <a:off x="3495949" y="5661850"/>
              <a:ext cx="15240" cy="15240"/>
            </a:xfrm>
            <a:custGeom>
              <a:avLst/>
              <a:gdLst/>
              <a:ahLst/>
              <a:cxnLst/>
              <a:rect l="l" t="t" r="r" b="b"/>
              <a:pathLst>
                <a:path w="15239"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74" name="object 74"/>
            <p:cNvSpPr/>
            <p:nvPr/>
          </p:nvSpPr>
          <p:spPr>
            <a:xfrm>
              <a:off x="3540263" y="5661854"/>
              <a:ext cx="1275715" cy="0"/>
            </a:xfrm>
            <a:custGeom>
              <a:avLst/>
              <a:gdLst/>
              <a:ahLst/>
              <a:cxnLst/>
              <a:rect l="l" t="t" r="r" b="b"/>
              <a:pathLst>
                <a:path w="1275714">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75" name="object 75"/>
            <p:cNvSpPr/>
            <p:nvPr/>
          </p:nvSpPr>
          <p:spPr>
            <a:xfrm>
              <a:off x="4830441" y="5661854"/>
              <a:ext cx="15240" cy="15240"/>
            </a:xfrm>
            <a:custGeom>
              <a:avLst/>
              <a:gdLst/>
              <a:ahLst/>
              <a:cxnLst/>
              <a:rect l="l" t="t" r="r" b="b"/>
              <a:pathLst>
                <a:path w="15239"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76" name="object 76"/>
            <p:cNvSpPr/>
            <p:nvPr/>
          </p:nvSpPr>
          <p:spPr>
            <a:xfrm>
              <a:off x="4845436"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77" name="object 77"/>
          <p:cNvGrpSpPr/>
          <p:nvPr/>
        </p:nvGrpSpPr>
        <p:grpSpPr>
          <a:xfrm>
            <a:off x="5582700" y="5660726"/>
            <a:ext cx="1351915" cy="1351915"/>
            <a:chOff x="5582700" y="5660726"/>
            <a:chExt cx="1351915" cy="1351915"/>
          </a:xfrm>
        </p:grpSpPr>
        <p:sp>
          <p:nvSpPr>
            <p:cNvPr id="78" name="object 78"/>
            <p:cNvSpPr/>
            <p:nvPr/>
          </p:nvSpPr>
          <p:spPr>
            <a:xfrm>
              <a:off x="6918316" y="6996349"/>
              <a:ext cx="15240" cy="15240"/>
            </a:xfrm>
            <a:custGeom>
              <a:avLst/>
              <a:gdLst/>
              <a:ahLst/>
              <a:cxnLst/>
              <a:rect l="l" t="t" r="r" b="b"/>
              <a:pathLst>
                <a:path w="15240"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79" name="object 79"/>
            <p:cNvSpPr/>
            <p:nvPr/>
          </p:nvSpPr>
          <p:spPr>
            <a:xfrm>
              <a:off x="5613476" y="7011347"/>
              <a:ext cx="1275715" cy="0"/>
            </a:xfrm>
            <a:custGeom>
              <a:avLst/>
              <a:gdLst/>
              <a:ahLst/>
              <a:cxnLst/>
              <a:rect l="l" t="t" r="r" b="b"/>
              <a:pathLst>
                <a:path w="1275715">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80" name="object 80"/>
            <p:cNvSpPr/>
            <p:nvPr/>
          </p:nvSpPr>
          <p:spPr>
            <a:xfrm>
              <a:off x="5583824" y="6996348"/>
              <a:ext cx="15240" cy="15240"/>
            </a:xfrm>
            <a:custGeom>
              <a:avLst/>
              <a:gdLst/>
              <a:ahLst/>
              <a:cxnLst/>
              <a:rect l="l" t="t" r="r" b="b"/>
              <a:pathLst>
                <a:path w="15239"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81" name="object 81"/>
            <p:cNvSpPr/>
            <p:nvPr/>
          </p:nvSpPr>
          <p:spPr>
            <a:xfrm>
              <a:off x="5583828"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82" name="object 82"/>
            <p:cNvSpPr/>
            <p:nvPr/>
          </p:nvSpPr>
          <p:spPr>
            <a:xfrm>
              <a:off x="5583828" y="5661850"/>
              <a:ext cx="15240" cy="15240"/>
            </a:xfrm>
            <a:custGeom>
              <a:avLst/>
              <a:gdLst/>
              <a:ahLst/>
              <a:cxnLst/>
              <a:rect l="l" t="t" r="r" b="b"/>
              <a:pathLst>
                <a:path w="15239"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83" name="object 83"/>
            <p:cNvSpPr/>
            <p:nvPr/>
          </p:nvSpPr>
          <p:spPr>
            <a:xfrm>
              <a:off x="5628142" y="5661854"/>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84" name="object 84"/>
            <p:cNvSpPr/>
            <p:nvPr/>
          </p:nvSpPr>
          <p:spPr>
            <a:xfrm>
              <a:off x="6918319" y="5661854"/>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85" name="object 85"/>
            <p:cNvSpPr/>
            <p:nvPr/>
          </p:nvSpPr>
          <p:spPr>
            <a:xfrm>
              <a:off x="6933314"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86" name="object 86"/>
          <p:cNvGrpSpPr/>
          <p:nvPr/>
        </p:nvGrpSpPr>
        <p:grpSpPr>
          <a:xfrm>
            <a:off x="7670579" y="5660726"/>
            <a:ext cx="1351915" cy="1351915"/>
            <a:chOff x="7670579" y="5660726"/>
            <a:chExt cx="1351915" cy="1351915"/>
          </a:xfrm>
        </p:grpSpPr>
        <p:sp>
          <p:nvSpPr>
            <p:cNvPr id="87" name="object 87"/>
            <p:cNvSpPr/>
            <p:nvPr/>
          </p:nvSpPr>
          <p:spPr>
            <a:xfrm>
              <a:off x="9006201" y="6996349"/>
              <a:ext cx="15240" cy="15240"/>
            </a:xfrm>
            <a:custGeom>
              <a:avLst/>
              <a:gdLst/>
              <a:ahLst/>
              <a:cxnLst/>
              <a:rect l="l" t="t" r="r" b="b"/>
              <a:pathLst>
                <a:path w="15240"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88" name="object 88"/>
            <p:cNvSpPr/>
            <p:nvPr/>
          </p:nvSpPr>
          <p:spPr>
            <a:xfrm>
              <a:off x="7701354" y="7011347"/>
              <a:ext cx="1275715" cy="0"/>
            </a:xfrm>
            <a:custGeom>
              <a:avLst/>
              <a:gdLst/>
              <a:ahLst/>
              <a:cxnLst/>
              <a:rect l="l" t="t" r="r" b="b"/>
              <a:pathLst>
                <a:path w="1275715">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89" name="object 89"/>
            <p:cNvSpPr/>
            <p:nvPr/>
          </p:nvSpPr>
          <p:spPr>
            <a:xfrm>
              <a:off x="7671703" y="6996348"/>
              <a:ext cx="15240" cy="15240"/>
            </a:xfrm>
            <a:custGeom>
              <a:avLst/>
              <a:gdLst/>
              <a:ahLst/>
              <a:cxnLst/>
              <a:rect l="l" t="t" r="r" b="b"/>
              <a:pathLst>
                <a:path w="15240"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90" name="object 90"/>
            <p:cNvSpPr/>
            <p:nvPr/>
          </p:nvSpPr>
          <p:spPr>
            <a:xfrm>
              <a:off x="7671706"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91" name="object 91"/>
            <p:cNvSpPr/>
            <p:nvPr/>
          </p:nvSpPr>
          <p:spPr>
            <a:xfrm>
              <a:off x="7671706" y="56618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92" name="object 92"/>
            <p:cNvSpPr/>
            <p:nvPr/>
          </p:nvSpPr>
          <p:spPr>
            <a:xfrm>
              <a:off x="7716027" y="5661854"/>
              <a:ext cx="1275715" cy="0"/>
            </a:xfrm>
            <a:custGeom>
              <a:avLst/>
              <a:gdLst/>
              <a:ahLst/>
              <a:cxnLst/>
              <a:rect l="l" t="t" r="r" b="b"/>
              <a:pathLst>
                <a:path w="1275715">
                  <a:moveTo>
                    <a:pt x="0" y="0"/>
                  </a:moveTo>
                  <a:lnTo>
                    <a:pt x="1275511" y="0"/>
                  </a:lnTo>
                </a:path>
              </a:pathLst>
            </a:custGeom>
            <a:ln w="3175">
              <a:solidFill>
                <a:srgbClr val="5A6771"/>
              </a:solidFill>
              <a:prstDash val="lgDash"/>
            </a:ln>
          </p:spPr>
          <p:txBody>
            <a:bodyPr wrap="square" lIns="0" tIns="0" rIns="0" bIns="0" rtlCol="0"/>
            <a:lstStyle/>
            <a:p>
              <a:endParaRPr/>
            </a:p>
          </p:txBody>
        </p:sp>
        <p:sp>
          <p:nvSpPr>
            <p:cNvPr id="93" name="object 93"/>
            <p:cNvSpPr/>
            <p:nvPr/>
          </p:nvSpPr>
          <p:spPr>
            <a:xfrm>
              <a:off x="9006205" y="5661854"/>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94" name="object 94"/>
            <p:cNvSpPr/>
            <p:nvPr/>
          </p:nvSpPr>
          <p:spPr>
            <a:xfrm>
              <a:off x="9021199"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95" name="object 95"/>
          <p:cNvGrpSpPr/>
          <p:nvPr/>
        </p:nvGrpSpPr>
        <p:grpSpPr>
          <a:xfrm>
            <a:off x="9758457" y="5660726"/>
            <a:ext cx="1351915" cy="1351915"/>
            <a:chOff x="9758457" y="5660726"/>
            <a:chExt cx="1351915" cy="1351915"/>
          </a:xfrm>
        </p:grpSpPr>
        <p:sp>
          <p:nvSpPr>
            <p:cNvPr id="96" name="object 96"/>
            <p:cNvSpPr/>
            <p:nvPr/>
          </p:nvSpPr>
          <p:spPr>
            <a:xfrm>
              <a:off x="11094080" y="6996349"/>
              <a:ext cx="15240" cy="15240"/>
            </a:xfrm>
            <a:custGeom>
              <a:avLst/>
              <a:gdLst/>
              <a:ahLst/>
              <a:cxnLst/>
              <a:rect l="l" t="t" r="r" b="b"/>
              <a:pathLst>
                <a:path w="15240"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97" name="object 97"/>
            <p:cNvSpPr/>
            <p:nvPr/>
          </p:nvSpPr>
          <p:spPr>
            <a:xfrm>
              <a:off x="9789233" y="7011347"/>
              <a:ext cx="1275715" cy="0"/>
            </a:xfrm>
            <a:custGeom>
              <a:avLst/>
              <a:gdLst/>
              <a:ahLst/>
              <a:cxnLst/>
              <a:rect l="l" t="t" r="r" b="b"/>
              <a:pathLst>
                <a:path w="1275715">
                  <a:moveTo>
                    <a:pt x="1275524" y="0"/>
                  </a:moveTo>
                  <a:lnTo>
                    <a:pt x="0" y="0"/>
                  </a:lnTo>
                </a:path>
              </a:pathLst>
            </a:custGeom>
            <a:ln w="3175">
              <a:solidFill>
                <a:srgbClr val="5A6771"/>
              </a:solidFill>
              <a:prstDash val="lgDash"/>
            </a:ln>
          </p:spPr>
          <p:txBody>
            <a:bodyPr wrap="square" lIns="0" tIns="0" rIns="0" bIns="0" rtlCol="0"/>
            <a:lstStyle/>
            <a:p>
              <a:endParaRPr/>
            </a:p>
          </p:txBody>
        </p:sp>
        <p:sp>
          <p:nvSpPr>
            <p:cNvPr id="98" name="object 98"/>
            <p:cNvSpPr/>
            <p:nvPr/>
          </p:nvSpPr>
          <p:spPr>
            <a:xfrm>
              <a:off x="9759581" y="6996348"/>
              <a:ext cx="15240" cy="15240"/>
            </a:xfrm>
            <a:custGeom>
              <a:avLst/>
              <a:gdLst/>
              <a:ahLst/>
              <a:cxnLst/>
              <a:rect l="l" t="t" r="r" b="b"/>
              <a:pathLst>
                <a:path w="15240"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99" name="object 99"/>
            <p:cNvSpPr/>
            <p:nvPr/>
          </p:nvSpPr>
          <p:spPr>
            <a:xfrm>
              <a:off x="9759585"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100" name="object 100"/>
            <p:cNvSpPr/>
            <p:nvPr/>
          </p:nvSpPr>
          <p:spPr>
            <a:xfrm>
              <a:off x="9759585" y="56618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101" name="object 101"/>
            <p:cNvSpPr/>
            <p:nvPr/>
          </p:nvSpPr>
          <p:spPr>
            <a:xfrm>
              <a:off x="9803906" y="5661854"/>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102" name="object 102"/>
            <p:cNvSpPr/>
            <p:nvPr/>
          </p:nvSpPr>
          <p:spPr>
            <a:xfrm>
              <a:off x="11094083" y="5661854"/>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103" name="object 103"/>
            <p:cNvSpPr/>
            <p:nvPr/>
          </p:nvSpPr>
          <p:spPr>
            <a:xfrm>
              <a:off x="11109078"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grpSp>
        <p:nvGrpSpPr>
          <p:cNvPr id="104" name="object 104"/>
          <p:cNvGrpSpPr/>
          <p:nvPr/>
        </p:nvGrpSpPr>
        <p:grpSpPr>
          <a:xfrm>
            <a:off x="11846336" y="5660726"/>
            <a:ext cx="1351915" cy="1351915"/>
            <a:chOff x="11846336" y="5660726"/>
            <a:chExt cx="1351915" cy="1351915"/>
          </a:xfrm>
        </p:grpSpPr>
        <p:sp>
          <p:nvSpPr>
            <p:cNvPr id="105" name="object 105"/>
            <p:cNvSpPr/>
            <p:nvPr/>
          </p:nvSpPr>
          <p:spPr>
            <a:xfrm>
              <a:off x="13181958" y="6996349"/>
              <a:ext cx="15240" cy="15240"/>
            </a:xfrm>
            <a:custGeom>
              <a:avLst/>
              <a:gdLst/>
              <a:ahLst/>
              <a:cxnLst/>
              <a:rect l="l" t="t" r="r" b="b"/>
              <a:pathLst>
                <a:path w="15240" h="15240">
                  <a:moveTo>
                    <a:pt x="14998" y="0"/>
                  </a:moveTo>
                  <a:lnTo>
                    <a:pt x="14998" y="14998"/>
                  </a:lnTo>
                  <a:lnTo>
                    <a:pt x="0" y="14998"/>
                  </a:lnTo>
                </a:path>
              </a:pathLst>
            </a:custGeom>
            <a:ln w="3175">
              <a:solidFill>
                <a:srgbClr val="5A6771"/>
              </a:solidFill>
            </a:ln>
          </p:spPr>
          <p:txBody>
            <a:bodyPr wrap="square" lIns="0" tIns="0" rIns="0" bIns="0" rtlCol="0"/>
            <a:lstStyle/>
            <a:p>
              <a:endParaRPr/>
            </a:p>
          </p:txBody>
        </p:sp>
        <p:sp>
          <p:nvSpPr>
            <p:cNvPr id="106" name="object 106"/>
            <p:cNvSpPr/>
            <p:nvPr/>
          </p:nvSpPr>
          <p:spPr>
            <a:xfrm>
              <a:off x="11877125" y="7011347"/>
              <a:ext cx="1275715" cy="0"/>
            </a:xfrm>
            <a:custGeom>
              <a:avLst/>
              <a:gdLst/>
              <a:ahLst/>
              <a:cxnLst/>
              <a:rect l="l" t="t" r="r" b="b"/>
              <a:pathLst>
                <a:path w="1275715">
                  <a:moveTo>
                    <a:pt x="1275511" y="0"/>
                  </a:moveTo>
                  <a:lnTo>
                    <a:pt x="0" y="0"/>
                  </a:lnTo>
                </a:path>
              </a:pathLst>
            </a:custGeom>
            <a:ln w="3175">
              <a:solidFill>
                <a:srgbClr val="5A6771"/>
              </a:solidFill>
              <a:prstDash val="lgDash"/>
            </a:ln>
          </p:spPr>
          <p:txBody>
            <a:bodyPr wrap="square" lIns="0" tIns="0" rIns="0" bIns="0" rtlCol="0"/>
            <a:lstStyle/>
            <a:p>
              <a:endParaRPr/>
            </a:p>
          </p:txBody>
        </p:sp>
        <p:sp>
          <p:nvSpPr>
            <p:cNvPr id="107" name="object 107"/>
            <p:cNvSpPr/>
            <p:nvPr/>
          </p:nvSpPr>
          <p:spPr>
            <a:xfrm>
              <a:off x="11847460" y="6996348"/>
              <a:ext cx="15240" cy="15240"/>
            </a:xfrm>
            <a:custGeom>
              <a:avLst/>
              <a:gdLst/>
              <a:ahLst/>
              <a:cxnLst/>
              <a:rect l="l" t="t" r="r" b="b"/>
              <a:pathLst>
                <a:path w="15240" h="15240">
                  <a:moveTo>
                    <a:pt x="14998" y="14998"/>
                  </a:moveTo>
                  <a:lnTo>
                    <a:pt x="0" y="14998"/>
                  </a:lnTo>
                  <a:lnTo>
                    <a:pt x="0" y="0"/>
                  </a:lnTo>
                </a:path>
              </a:pathLst>
            </a:custGeom>
            <a:ln w="3175">
              <a:solidFill>
                <a:srgbClr val="5A6771"/>
              </a:solidFill>
            </a:ln>
          </p:spPr>
          <p:txBody>
            <a:bodyPr wrap="square" lIns="0" tIns="0" rIns="0" bIns="0" rtlCol="0"/>
            <a:lstStyle/>
            <a:p>
              <a:endParaRPr/>
            </a:p>
          </p:txBody>
        </p:sp>
        <p:sp>
          <p:nvSpPr>
            <p:cNvPr id="108" name="object 108"/>
            <p:cNvSpPr/>
            <p:nvPr/>
          </p:nvSpPr>
          <p:spPr>
            <a:xfrm>
              <a:off x="11847464" y="5691516"/>
              <a:ext cx="0" cy="1275715"/>
            </a:xfrm>
            <a:custGeom>
              <a:avLst/>
              <a:gdLst/>
              <a:ahLst/>
              <a:cxnLst/>
              <a:rect l="l" t="t" r="r" b="b"/>
              <a:pathLst>
                <a:path h="1275715">
                  <a:moveTo>
                    <a:pt x="0" y="1275511"/>
                  </a:moveTo>
                  <a:lnTo>
                    <a:pt x="0" y="0"/>
                  </a:lnTo>
                </a:path>
              </a:pathLst>
            </a:custGeom>
            <a:ln w="3175">
              <a:solidFill>
                <a:srgbClr val="5A6771"/>
              </a:solidFill>
              <a:prstDash val="lgDash"/>
            </a:ln>
          </p:spPr>
          <p:txBody>
            <a:bodyPr wrap="square" lIns="0" tIns="0" rIns="0" bIns="0" rtlCol="0"/>
            <a:lstStyle/>
            <a:p>
              <a:endParaRPr/>
            </a:p>
          </p:txBody>
        </p:sp>
        <p:sp>
          <p:nvSpPr>
            <p:cNvPr id="109" name="object 109"/>
            <p:cNvSpPr/>
            <p:nvPr/>
          </p:nvSpPr>
          <p:spPr>
            <a:xfrm>
              <a:off x="11847464" y="5661850"/>
              <a:ext cx="15240" cy="15240"/>
            </a:xfrm>
            <a:custGeom>
              <a:avLst/>
              <a:gdLst/>
              <a:ahLst/>
              <a:cxnLst/>
              <a:rect l="l" t="t" r="r" b="b"/>
              <a:pathLst>
                <a:path w="15240" h="15239">
                  <a:moveTo>
                    <a:pt x="0" y="14998"/>
                  </a:moveTo>
                  <a:lnTo>
                    <a:pt x="0" y="0"/>
                  </a:lnTo>
                  <a:lnTo>
                    <a:pt x="14998" y="0"/>
                  </a:lnTo>
                </a:path>
              </a:pathLst>
            </a:custGeom>
            <a:ln w="3175">
              <a:solidFill>
                <a:srgbClr val="5A6771"/>
              </a:solidFill>
            </a:ln>
          </p:spPr>
          <p:txBody>
            <a:bodyPr wrap="square" lIns="0" tIns="0" rIns="0" bIns="0" rtlCol="0"/>
            <a:lstStyle/>
            <a:p>
              <a:endParaRPr/>
            </a:p>
          </p:txBody>
        </p:sp>
        <p:sp>
          <p:nvSpPr>
            <p:cNvPr id="110" name="object 110"/>
            <p:cNvSpPr/>
            <p:nvPr/>
          </p:nvSpPr>
          <p:spPr>
            <a:xfrm>
              <a:off x="11891784" y="5661854"/>
              <a:ext cx="1275715" cy="0"/>
            </a:xfrm>
            <a:custGeom>
              <a:avLst/>
              <a:gdLst/>
              <a:ahLst/>
              <a:cxnLst/>
              <a:rect l="l" t="t" r="r" b="b"/>
              <a:pathLst>
                <a:path w="1275715">
                  <a:moveTo>
                    <a:pt x="0" y="0"/>
                  </a:moveTo>
                  <a:lnTo>
                    <a:pt x="1275524" y="0"/>
                  </a:lnTo>
                </a:path>
              </a:pathLst>
            </a:custGeom>
            <a:ln w="3175">
              <a:solidFill>
                <a:srgbClr val="5A6771"/>
              </a:solidFill>
              <a:prstDash val="lgDash"/>
            </a:ln>
          </p:spPr>
          <p:txBody>
            <a:bodyPr wrap="square" lIns="0" tIns="0" rIns="0" bIns="0" rtlCol="0"/>
            <a:lstStyle/>
            <a:p>
              <a:endParaRPr/>
            </a:p>
          </p:txBody>
        </p:sp>
        <p:sp>
          <p:nvSpPr>
            <p:cNvPr id="111" name="object 111"/>
            <p:cNvSpPr/>
            <p:nvPr/>
          </p:nvSpPr>
          <p:spPr>
            <a:xfrm>
              <a:off x="13181962" y="5661854"/>
              <a:ext cx="15240" cy="15240"/>
            </a:xfrm>
            <a:custGeom>
              <a:avLst/>
              <a:gdLst/>
              <a:ahLst/>
              <a:cxnLst/>
              <a:rect l="l" t="t" r="r" b="b"/>
              <a:pathLst>
                <a:path w="15240" h="15239">
                  <a:moveTo>
                    <a:pt x="0" y="0"/>
                  </a:moveTo>
                  <a:lnTo>
                    <a:pt x="14998" y="0"/>
                  </a:lnTo>
                  <a:lnTo>
                    <a:pt x="14998" y="14998"/>
                  </a:lnTo>
                </a:path>
              </a:pathLst>
            </a:custGeom>
            <a:ln w="3175">
              <a:solidFill>
                <a:srgbClr val="5A6771"/>
              </a:solidFill>
            </a:ln>
          </p:spPr>
          <p:txBody>
            <a:bodyPr wrap="square" lIns="0" tIns="0" rIns="0" bIns="0" rtlCol="0"/>
            <a:lstStyle/>
            <a:p>
              <a:endParaRPr/>
            </a:p>
          </p:txBody>
        </p:sp>
        <p:sp>
          <p:nvSpPr>
            <p:cNvPr id="112" name="object 112"/>
            <p:cNvSpPr/>
            <p:nvPr/>
          </p:nvSpPr>
          <p:spPr>
            <a:xfrm>
              <a:off x="13196957" y="5706170"/>
              <a:ext cx="0" cy="1275715"/>
            </a:xfrm>
            <a:custGeom>
              <a:avLst/>
              <a:gdLst/>
              <a:ahLst/>
              <a:cxnLst/>
              <a:rect l="l" t="t" r="r" b="b"/>
              <a:pathLst>
                <a:path h="1275715">
                  <a:moveTo>
                    <a:pt x="0" y="0"/>
                  </a:moveTo>
                  <a:lnTo>
                    <a:pt x="0" y="1275524"/>
                  </a:lnTo>
                </a:path>
              </a:pathLst>
            </a:custGeom>
            <a:ln w="3175">
              <a:solidFill>
                <a:srgbClr val="5A6771"/>
              </a:solidFill>
              <a:prstDash val="lgDash"/>
            </a:ln>
          </p:spPr>
          <p:txBody>
            <a:bodyPr wrap="square" lIns="0" tIns="0" rIns="0" bIns="0" rtlCol="0"/>
            <a:lstStyle/>
            <a:p>
              <a:endParaRPr/>
            </a:p>
          </p:txBody>
        </p:sp>
      </p:grpSp>
      <p:pic>
        <p:nvPicPr>
          <p:cNvPr id="113" name="object 113"/>
          <p:cNvPicPr/>
          <p:nvPr/>
        </p:nvPicPr>
        <p:blipFill>
          <a:blip r:embed="rId5" cstate="print"/>
          <a:stretch>
            <a:fillRect/>
          </a:stretch>
        </p:blipFill>
        <p:spPr>
          <a:xfrm>
            <a:off x="9789233" y="3724972"/>
            <a:ext cx="1320968" cy="1306299"/>
          </a:xfrm>
          <a:prstGeom prst="rect">
            <a:avLst/>
          </a:prstGeom>
        </p:spPr>
      </p:pic>
      <p:grpSp>
        <p:nvGrpSpPr>
          <p:cNvPr id="114" name="object 114"/>
          <p:cNvGrpSpPr/>
          <p:nvPr/>
        </p:nvGrpSpPr>
        <p:grpSpPr>
          <a:xfrm>
            <a:off x="1501439" y="3743712"/>
            <a:ext cx="1163320" cy="1237615"/>
            <a:chOff x="1501439" y="3743712"/>
            <a:chExt cx="1163320" cy="1237615"/>
          </a:xfrm>
        </p:grpSpPr>
        <p:sp>
          <p:nvSpPr>
            <p:cNvPr id="115" name="object 115"/>
            <p:cNvSpPr/>
            <p:nvPr/>
          </p:nvSpPr>
          <p:spPr>
            <a:xfrm>
              <a:off x="1501439" y="3743712"/>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16" name="object 116"/>
            <p:cNvSpPr/>
            <p:nvPr/>
          </p:nvSpPr>
          <p:spPr>
            <a:xfrm>
              <a:off x="1795876" y="3841661"/>
              <a:ext cx="569595" cy="425450"/>
            </a:xfrm>
            <a:custGeom>
              <a:avLst/>
              <a:gdLst/>
              <a:ahLst/>
              <a:cxnLst/>
              <a:rect l="l" t="t" r="r" b="b"/>
              <a:pathLst>
                <a:path w="569594" h="425450">
                  <a:moveTo>
                    <a:pt x="123342" y="95834"/>
                  </a:moveTo>
                  <a:lnTo>
                    <a:pt x="75330" y="105526"/>
                  </a:lnTo>
                  <a:lnTo>
                    <a:pt x="36125" y="131959"/>
                  </a:lnTo>
                  <a:lnTo>
                    <a:pt x="9692" y="171165"/>
                  </a:lnTo>
                  <a:lnTo>
                    <a:pt x="0" y="219176"/>
                  </a:lnTo>
                  <a:lnTo>
                    <a:pt x="0" y="422935"/>
                  </a:lnTo>
                  <a:lnTo>
                    <a:pt x="569506" y="424942"/>
                  </a:lnTo>
                  <a:lnTo>
                    <a:pt x="569506" y="214414"/>
                  </a:lnTo>
                  <a:lnTo>
                    <a:pt x="563843" y="165251"/>
                  </a:lnTo>
                  <a:lnTo>
                    <a:pt x="547712" y="120121"/>
                  </a:lnTo>
                  <a:lnTo>
                    <a:pt x="538253" y="105244"/>
                  </a:lnTo>
                  <a:lnTo>
                    <a:pt x="170573" y="105244"/>
                  </a:lnTo>
                  <a:lnTo>
                    <a:pt x="159412" y="101224"/>
                  </a:lnTo>
                  <a:lnTo>
                    <a:pt x="147781" y="98272"/>
                  </a:lnTo>
                  <a:lnTo>
                    <a:pt x="135738" y="96454"/>
                  </a:lnTo>
                  <a:lnTo>
                    <a:pt x="123342" y="95834"/>
                  </a:lnTo>
                  <a:close/>
                </a:path>
                <a:path w="569594" h="425450">
                  <a:moveTo>
                    <a:pt x="355091" y="0"/>
                  </a:moveTo>
                  <a:lnTo>
                    <a:pt x="309334" y="4898"/>
                  </a:lnTo>
                  <a:lnTo>
                    <a:pt x="266976" y="18904"/>
                  </a:lnTo>
                  <a:lnTo>
                    <a:pt x="229044" y="40986"/>
                  </a:lnTo>
                  <a:lnTo>
                    <a:pt x="196567" y="70110"/>
                  </a:lnTo>
                  <a:lnTo>
                    <a:pt x="170573" y="105244"/>
                  </a:lnTo>
                  <a:lnTo>
                    <a:pt x="538253" y="105244"/>
                  </a:lnTo>
                  <a:lnTo>
                    <a:pt x="489195" y="47105"/>
                  </a:lnTo>
                  <a:lnTo>
                    <a:pt x="449384" y="21793"/>
                  </a:lnTo>
                  <a:lnTo>
                    <a:pt x="404254" y="5662"/>
                  </a:lnTo>
                  <a:lnTo>
                    <a:pt x="355091" y="0"/>
                  </a:lnTo>
                  <a:close/>
                </a:path>
              </a:pathLst>
            </a:custGeom>
            <a:solidFill>
              <a:srgbClr val="FFFFFF"/>
            </a:solidFill>
          </p:spPr>
          <p:txBody>
            <a:bodyPr wrap="square" lIns="0" tIns="0" rIns="0" bIns="0" rtlCol="0"/>
            <a:lstStyle/>
            <a:p>
              <a:endParaRPr/>
            </a:p>
          </p:txBody>
        </p:sp>
        <p:sp>
          <p:nvSpPr>
            <p:cNvPr id="117" name="object 117"/>
            <p:cNvSpPr/>
            <p:nvPr/>
          </p:nvSpPr>
          <p:spPr>
            <a:xfrm>
              <a:off x="1795876" y="3841661"/>
              <a:ext cx="569595" cy="425450"/>
            </a:xfrm>
            <a:custGeom>
              <a:avLst/>
              <a:gdLst/>
              <a:ahLst/>
              <a:cxnLst/>
              <a:rect l="l" t="t" r="r" b="b"/>
              <a:pathLst>
                <a:path w="569594" h="425450">
                  <a:moveTo>
                    <a:pt x="569506" y="424942"/>
                  </a:moveTo>
                  <a:lnTo>
                    <a:pt x="569506" y="214414"/>
                  </a:lnTo>
                  <a:lnTo>
                    <a:pt x="563843" y="165251"/>
                  </a:lnTo>
                  <a:lnTo>
                    <a:pt x="547712" y="120121"/>
                  </a:lnTo>
                  <a:lnTo>
                    <a:pt x="522400" y="80310"/>
                  </a:lnTo>
                  <a:lnTo>
                    <a:pt x="489195" y="47105"/>
                  </a:lnTo>
                  <a:lnTo>
                    <a:pt x="449384" y="21793"/>
                  </a:lnTo>
                  <a:lnTo>
                    <a:pt x="404254" y="5662"/>
                  </a:lnTo>
                  <a:lnTo>
                    <a:pt x="355091" y="0"/>
                  </a:lnTo>
                  <a:lnTo>
                    <a:pt x="309334" y="4898"/>
                  </a:lnTo>
                  <a:lnTo>
                    <a:pt x="266976" y="18904"/>
                  </a:lnTo>
                  <a:lnTo>
                    <a:pt x="229044" y="40986"/>
                  </a:lnTo>
                  <a:lnTo>
                    <a:pt x="196567" y="70110"/>
                  </a:lnTo>
                  <a:lnTo>
                    <a:pt x="170573" y="105244"/>
                  </a:lnTo>
                  <a:lnTo>
                    <a:pt x="159412" y="101224"/>
                  </a:lnTo>
                  <a:lnTo>
                    <a:pt x="147781" y="98272"/>
                  </a:lnTo>
                  <a:lnTo>
                    <a:pt x="135738" y="96454"/>
                  </a:lnTo>
                  <a:lnTo>
                    <a:pt x="123342" y="95834"/>
                  </a:lnTo>
                  <a:lnTo>
                    <a:pt x="75330" y="105526"/>
                  </a:lnTo>
                  <a:lnTo>
                    <a:pt x="36125" y="131959"/>
                  </a:lnTo>
                  <a:lnTo>
                    <a:pt x="9692" y="171165"/>
                  </a:lnTo>
                  <a:lnTo>
                    <a:pt x="0" y="219176"/>
                  </a:lnTo>
                  <a:lnTo>
                    <a:pt x="0" y="422935"/>
                  </a:lnTo>
                </a:path>
              </a:pathLst>
            </a:custGeom>
            <a:ln w="27749">
              <a:solidFill>
                <a:srgbClr val="5A6771"/>
              </a:solidFill>
            </a:ln>
          </p:spPr>
          <p:txBody>
            <a:bodyPr wrap="square" lIns="0" tIns="0" rIns="0" bIns="0" rtlCol="0"/>
            <a:lstStyle/>
            <a:p>
              <a:endParaRPr/>
            </a:p>
          </p:txBody>
        </p:sp>
        <p:sp>
          <p:nvSpPr>
            <p:cNvPr id="118" name="object 118"/>
            <p:cNvSpPr/>
            <p:nvPr/>
          </p:nvSpPr>
          <p:spPr>
            <a:xfrm>
              <a:off x="1748744" y="4648122"/>
              <a:ext cx="664210" cy="319405"/>
            </a:xfrm>
            <a:custGeom>
              <a:avLst/>
              <a:gdLst/>
              <a:ahLst/>
              <a:cxnLst/>
              <a:rect l="l" t="t" r="r" b="b"/>
              <a:pathLst>
                <a:path w="664210" h="319404">
                  <a:moveTo>
                    <a:pt x="423519" y="0"/>
                  </a:moveTo>
                  <a:lnTo>
                    <a:pt x="240245" y="0"/>
                  </a:lnTo>
                  <a:lnTo>
                    <a:pt x="195477" y="16427"/>
                  </a:lnTo>
                  <a:lnTo>
                    <a:pt x="153991" y="38839"/>
                  </a:lnTo>
                  <a:lnTo>
                    <a:pt x="116316" y="66708"/>
                  </a:lnTo>
                  <a:lnTo>
                    <a:pt x="82984" y="99506"/>
                  </a:lnTo>
                  <a:lnTo>
                    <a:pt x="54523" y="136706"/>
                  </a:lnTo>
                  <a:lnTo>
                    <a:pt x="31464" y="177779"/>
                  </a:lnTo>
                  <a:lnTo>
                    <a:pt x="14337" y="222197"/>
                  </a:lnTo>
                  <a:lnTo>
                    <a:pt x="3672" y="269434"/>
                  </a:lnTo>
                  <a:lnTo>
                    <a:pt x="0" y="318960"/>
                  </a:lnTo>
                  <a:lnTo>
                    <a:pt x="663765" y="318960"/>
                  </a:lnTo>
                  <a:lnTo>
                    <a:pt x="660093" y="269434"/>
                  </a:lnTo>
                  <a:lnTo>
                    <a:pt x="649429" y="222197"/>
                  </a:lnTo>
                  <a:lnTo>
                    <a:pt x="632303" y="177779"/>
                  </a:lnTo>
                  <a:lnTo>
                    <a:pt x="609246" y="136706"/>
                  </a:lnTo>
                  <a:lnTo>
                    <a:pt x="580786" y="99506"/>
                  </a:lnTo>
                  <a:lnTo>
                    <a:pt x="547454" y="66708"/>
                  </a:lnTo>
                  <a:lnTo>
                    <a:pt x="509779" y="38839"/>
                  </a:lnTo>
                  <a:lnTo>
                    <a:pt x="468291" y="16427"/>
                  </a:lnTo>
                  <a:lnTo>
                    <a:pt x="423519" y="0"/>
                  </a:lnTo>
                  <a:close/>
                </a:path>
              </a:pathLst>
            </a:custGeom>
            <a:solidFill>
              <a:srgbClr val="FFFFFF"/>
            </a:solidFill>
          </p:spPr>
          <p:txBody>
            <a:bodyPr wrap="square" lIns="0" tIns="0" rIns="0" bIns="0" rtlCol="0"/>
            <a:lstStyle/>
            <a:p>
              <a:endParaRPr/>
            </a:p>
          </p:txBody>
        </p:sp>
        <p:sp>
          <p:nvSpPr>
            <p:cNvPr id="119" name="object 119"/>
            <p:cNvSpPr/>
            <p:nvPr/>
          </p:nvSpPr>
          <p:spPr>
            <a:xfrm>
              <a:off x="1748744" y="4648122"/>
              <a:ext cx="664210" cy="319405"/>
            </a:xfrm>
            <a:custGeom>
              <a:avLst/>
              <a:gdLst/>
              <a:ahLst/>
              <a:cxnLst/>
              <a:rect l="l" t="t" r="r" b="b"/>
              <a:pathLst>
                <a:path w="664210" h="319404">
                  <a:moveTo>
                    <a:pt x="240245" y="0"/>
                  </a:moveTo>
                  <a:lnTo>
                    <a:pt x="195477" y="16427"/>
                  </a:lnTo>
                  <a:lnTo>
                    <a:pt x="153991" y="38839"/>
                  </a:lnTo>
                  <a:lnTo>
                    <a:pt x="116316" y="66708"/>
                  </a:lnTo>
                  <a:lnTo>
                    <a:pt x="82984" y="99506"/>
                  </a:lnTo>
                  <a:lnTo>
                    <a:pt x="54523" y="136706"/>
                  </a:lnTo>
                  <a:lnTo>
                    <a:pt x="31464" y="177779"/>
                  </a:lnTo>
                  <a:lnTo>
                    <a:pt x="14337" y="222197"/>
                  </a:lnTo>
                  <a:lnTo>
                    <a:pt x="3672" y="269434"/>
                  </a:lnTo>
                  <a:lnTo>
                    <a:pt x="0" y="318960"/>
                  </a:lnTo>
                  <a:lnTo>
                    <a:pt x="240245" y="318960"/>
                  </a:lnTo>
                  <a:lnTo>
                    <a:pt x="430263" y="318960"/>
                  </a:lnTo>
                  <a:lnTo>
                    <a:pt x="663765" y="318960"/>
                  </a:lnTo>
                  <a:lnTo>
                    <a:pt x="660093" y="269434"/>
                  </a:lnTo>
                  <a:lnTo>
                    <a:pt x="649429" y="222197"/>
                  </a:lnTo>
                  <a:lnTo>
                    <a:pt x="632303" y="177779"/>
                  </a:lnTo>
                  <a:lnTo>
                    <a:pt x="609246" y="136706"/>
                  </a:lnTo>
                  <a:lnTo>
                    <a:pt x="580786" y="99506"/>
                  </a:lnTo>
                  <a:lnTo>
                    <a:pt x="547454" y="66708"/>
                  </a:lnTo>
                  <a:lnTo>
                    <a:pt x="509779" y="38839"/>
                  </a:lnTo>
                  <a:lnTo>
                    <a:pt x="468291" y="16427"/>
                  </a:lnTo>
                  <a:lnTo>
                    <a:pt x="423519" y="0"/>
                  </a:lnTo>
                </a:path>
              </a:pathLst>
            </a:custGeom>
            <a:ln w="27749">
              <a:solidFill>
                <a:srgbClr val="5A6771"/>
              </a:solidFill>
            </a:ln>
          </p:spPr>
          <p:txBody>
            <a:bodyPr wrap="square" lIns="0" tIns="0" rIns="0" bIns="0" rtlCol="0"/>
            <a:lstStyle/>
            <a:p>
              <a:endParaRPr/>
            </a:p>
          </p:txBody>
        </p:sp>
        <p:pic>
          <p:nvPicPr>
            <p:cNvPr id="120" name="object 120"/>
            <p:cNvPicPr/>
            <p:nvPr/>
          </p:nvPicPr>
          <p:blipFill>
            <a:blip r:embed="rId6" cstate="print"/>
            <a:stretch>
              <a:fillRect/>
            </a:stretch>
          </p:blipFill>
          <p:spPr>
            <a:xfrm>
              <a:off x="1743384" y="4259327"/>
              <a:ext cx="104990" cy="151688"/>
            </a:xfrm>
            <a:prstGeom prst="rect">
              <a:avLst/>
            </a:prstGeom>
          </p:spPr>
        </p:pic>
        <p:pic>
          <p:nvPicPr>
            <p:cNvPr id="121" name="object 121"/>
            <p:cNvPicPr/>
            <p:nvPr/>
          </p:nvPicPr>
          <p:blipFill>
            <a:blip r:embed="rId7" cstate="print"/>
            <a:stretch>
              <a:fillRect/>
            </a:stretch>
          </p:blipFill>
          <p:spPr>
            <a:xfrm>
              <a:off x="2312882" y="4259327"/>
              <a:ext cx="105003" cy="151688"/>
            </a:xfrm>
            <a:prstGeom prst="rect">
              <a:avLst/>
            </a:prstGeom>
          </p:spPr>
        </p:pic>
        <p:sp>
          <p:nvSpPr>
            <p:cNvPr id="122" name="object 122"/>
            <p:cNvSpPr/>
            <p:nvPr/>
          </p:nvSpPr>
          <p:spPr>
            <a:xfrm>
              <a:off x="1834497" y="4018409"/>
              <a:ext cx="492759" cy="629920"/>
            </a:xfrm>
            <a:custGeom>
              <a:avLst/>
              <a:gdLst/>
              <a:ahLst/>
              <a:cxnLst/>
              <a:rect l="l" t="t" r="r" b="b"/>
              <a:pathLst>
                <a:path w="492760" h="629920">
                  <a:moveTo>
                    <a:pt x="136194" y="0"/>
                  </a:moveTo>
                  <a:lnTo>
                    <a:pt x="91482" y="23384"/>
                  </a:lnTo>
                  <a:lnTo>
                    <a:pt x="53887" y="56355"/>
                  </a:lnTo>
                  <a:lnTo>
                    <a:pt x="25029" y="97323"/>
                  </a:lnTo>
                  <a:lnTo>
                    <a:pt x="6527" y="144693"/>
                  </a:lnTo>
                  <a:lnTo>
                    <a:pt x="0" y="196875"/>
                  </a:lnTo>
                  <a:lnTo>
                    <a:pt x="0" y="415988"/>
                  </a:lnTo>
                  <a:lnTo>
                    <a:pt x="5647" y="465018"/>
                  </a:lnTo>
                  <a:lnTo>
                    <a:pt x="21736" y="510026"/>
                  </a:lnTo>
                  <a:lnTo>
                    <a:pt x="46980" y="549729"/>
                  </a:lnTo>
                  <a:lnTo>
                    <a:pt x="80096" y="582843"/>
                  </a:lnTo>
                  <a:lnTo>
                    <a:pt x="119802" y="608084"/>
                  </a:lnTo>
                  <a:lnTo>
                    <a:pt x="164811" y="624171"/>
                  </a:lnTo>
                  <a:lnTo>
                    <a:pt x="213842" y="629818"/>
                  </a:lnTo>
                  <a:lnTo>
                    <a:pt x="278422" y="629818"/>
                  </a:lnTo>
                  <a:lnTo>
                    <a:pt x="327452" y="624171"/>
                  </a:lnTo>
                  <a:lnTo>
                    <a:pt x="372462" y="608084"/>
                  </a:lnTo>
                  <a:lnTo>
                    <a:pt x="412167" y="582843"/>
                  </a:lnTo>
                  <a:lnTo>
                    <a:pt x="445284" y="549729"/>
                  </a:lnTo>
                  <a:lnTo>
                    <a:pt x="470528" y="510026"/>
                  </a:lnTo>
                  <a:lnTo>
                    <a:pt x="486616" y="465018"/>
                  </a:lnTo>
                  <a:lnTo>
                    <a:pt x="492264" y="415988"/>
                  </a:lnTo>
                  <a:lnTo>
                    <a:pt x="492264" y="196875"/>
                  </a:lnTo>
                  <a:lnTo>
                    <a:pt x="492097" y="189116"/>
                  </a:lnTo>
                  <a:lnTo>
                    <a:pt x="491618" y="181438"/>
                  </a:lnTo>
                  <a:lnTo>
                    <a:pt x="489877" y="166306"/>
                  </a:lnTo>
                  <a:lnTo>
                    <a:pt x="354698" y="166306"/>
                  </a:lnTo>
                  <a:lnTo>
                    <a:pt x="304140" y="160645"/>
                  </a:lnTo>
                  <a:lnTo>
                    <a:pt x="257578" y="144494"/>
                  </a:lnTo>
                  <a:lnTo>
                    <a:pt x="216257" y="119105"/>
                  </a:lnTo>
                  <a:lnTo>
                    <a:pt x="181422" y="85726"/>
                  </a:lnTo>
                  <a:lnTo>
                    <a:pt x="154319" y="45607"/>
                  </a:lnTo>
                  <a:lnTo>
                    <a:pt x="136194" y="0"/>
                  </a:lnTo>
                  <a:close/>
                </a:path>
              </a:pathLst>
            </a:custGeom>
            <a:solidFill>
              <a:srgbClr val="FFFFFF"/>
            </a:solidFill>
          </p:spPr>
          <p:txBody>
            <a:bodyPr wrap="square" lIns="0" tIns="0" rIns="0" bIns="0" rtlCol="0"/>
            <a:lstStyle/>
            <a:p>
              <a:endParaRPr/>
            </a:p>
          </p:txBody>
        </p:sp>
        <p:sp>
          <p:nvSpPr>
            <p:cNvPr id="123" name="object 123"/>
            <p:cNvSpPr/>
            <p:nvPr/>
          </p:nvSpPr>
          <p:spPr>
            <a:xfrm>
              <a:off x="1834497" y="4018409"/>
              <a:ext cx="492759" cy="629920"/>
            </a:xfrm>
            <a:custGeom>
              <a:avLst/>
              <a:gdLst/>
              <a:ahLst/>
              <a:cxnLst/>
              <a:rect l="l" t="t" r="r" b="b"/>
              <a:pathLst>
                <a:path w="492760" h="629920">
                  <a:moveTo>
                    <a:pt x="354698" y="166306"/>
                  </a:moveTo>
                  <a:lnTo>
                    <a:pt x="304140" y="160645"/>
                  </a:lnTo>
                  <a:lnTo>
                    <a:pt x="257578" y="144494"/>
                  </a:lnTo>
                  <a:lnTo>
                    <a:pt x="216257" y="119105"/>
                  </a:lnTo>
                  <a:lnTo>
                    <a:pt x="181422" y="85726"/>
                  </a:lnTo>
                  <a:lnTo>
                    <a:pt x="154319" y="45607"/>
                  </a:lnTo>
                  <a:lnTo>
                    <a:pt x="136194" y="0"/>
                  </a:lnTo>
                  <a:lnTo>
                    <a:pt x="91482" y="23384"/>
                  </a:lnTo>
                  <a:lnTo>
                    <a:pt x="53887" y="56355"/>
                  </a:lnTo>
                  <a:lnTo>
                    <a:pt x="25029" y="97323"/>
                  </a:lnTo>
                  <a:lnTo>
                    <a:pt x="6527" y="144693"/>
                  </a:lnTo>
                  <a:lnTo>
                    <a:pt x="0" y="196875"/>
                  </a:lnTo>
                  <a:lnTo>
                    <a:pt x="0" y="415988"/>
                  </a:lnTo>
                  <a:lnTo>
                    <a:pt x="5647" y="465018"/>
                  </a:lnTo>
                  <a:lnTo>
                    <a:pt x="21736" y="510026"/>
                  </a:lnTo>
                  <a:lnTo>
                    <a:pt x="46980" y="549729"/>
                  </a:lnTo>
                  <a:lnTo>
                    <a:pt x="80096" y="582843"/>
                  </a:lnTo>
                  <a:lnTo>
                    <a:pt x="119802" y="608084"/>
                  </a:lnTo>
                  <a:lnTo>
                    <a:pt x="164811" y="624171"/>
                  </a:lnTo>
                  <a:lnTo>
                    <a:pt x="213842" y="629818"/>
                  </a:lnTo>
                  <a:lnTo>
                    <a:pt x="278422" y="629818"/>
                  </a:lnTo>
                  <a:lnTo>
                    <a:pt x="327452" y="624171"/>
                  </a:lnTo>
                  <a:lnTo>
                    <a:pt x="372462" y="608084"/>
                  </a:lnTo>
                  <a:lnTo>
                    <a:pt x="412167" y="582843"/>
                  </a:lnTo>
                  <a:lnTo>
                    <a:pt x="445284" y="549729"/>
                  </a:lnTo>
                  <a:lnTo>
                    <a:pt x="470528" y="510026"/>
                  </a:lnTo>
                  <a:lnTo>
                    <a:pt x="486616" y="465018"/>
                  </a:lnTo>
                  <a:lnTo>
                    <a:pt x="492264" y="415988"/>
                  </a:lnTo>
                  <a:lnTo>
                    <a:pt x="492264" y="196875"/>
                  </a:lnTo>
                  <a:lnTo>
                    <a:pt x="354698" y="166306"/>
                  </a:lnTo>
                  <a:close/>
                </a:path>
              </a:pathLst>
            </a:custGeom>
            <a:ln w="27749">
              <a:solidFill>
                <a:srgbClr val="5A6771"/>
              </a:solidFill>
            </a:ln>
          </p:spPr>
          <p:txBody>
            <a:bodyPr wrap="square" lIns="0" tIns="0" rIns="0" bIns="0" rtlCol="0"/>
            <a:lstStyle/>
            <a:p>
              <a:endParaRPr/>
            </a:p>
          </p:txBody>
        </p:sp>
        <p:sp>
          <p:nvSpPr>
            <p:cNvPr id="124" name="object 124"/>
            <p:cNvSpPr/>
            <p:nvPr/>
          </p:nvSpPr>
          <p:spPr>
            <a:xfrm>
              <a:off x="1939023" y="4293057"/>
              <a:ext cx="283210" cy="52705"/>
            </a:xfrm>
            <a:custGeom>
              <a:avLst/>
              <a:gdLst/>
              <a:ahLst/>
              <a:cxnLst/>
              <a:rect l="l" t="t" r="r" b="b"/>
              <a:pathLst>
                <a:path w="283210" h="52704">
                  <a:moveTo>
                    <a:pt x="52133" y="26073"/>
                  </a:moveTo>
                  <a:lnTo>
                    <a:pt x="50088" y="15925"/>
                  </a:lnTo>
                  <a:lnTo>
                    <a:pt x="44500" y="7645"/>
                  </a:lnTo>
                  <a:lnTo>
                    <a:pt x="36207" y="2057"/>
                  </a:lnTo>
                  <a:lnTo>
                    <a:pt x="26060" y="0"/>
                  </a:lnTo>
                  <a:lnTo>
                    <a:pt x="15913" y="2057"/>
                  </a:lnTo>
                  <a:lnTo>
                    <a:pt x="7632" y="7645"/>
                  </a:lnTo>
                  <a:lnTo>
                    <a:pt x="2044" y="15925"/>
                  </a:lnTo>
                  <a:lnTo>
                    <a:pt x="0" y="26073"/>
                  </a:lnTo>
                  <a:lnTo>
                    <a:pt x="2044" y="36220"/>
                  </a:lnTo>
                  <a:lnTo>
                    <a:pt x="7632" y="44513"/>
                  </a:lnTo>
                  <a:lnTo>
                    <a:pt x="15913" y="50101"/>
                  </a:lnTo>
                  <a:lnTo>
                    <a:pt x="26060" y="52146"/>
                  </a:lnTo>
                  <a:lnTo>
                    <a:pt x="36207" y="50101"/>
                  </a:lnTo>
                  <a:lnTo>
                    <a:pt x="44500" y="44513"/>
                  </a:lnTo>
                  <a:lnTo>
                    <a:pt x="50088" y="36220"/>
                  </a:lnTo>
                  <a:lnTo>
                    <a:pt x="52133" y="26073"/>
                  </a:lnTo>
                  <a:close/>
                </a:path>
                <a:path w="283210" h="52704">
                  <a:moveTo>
                    <a:pt x="283197" y="26073"/>
                  </a:moveTo>
                  <a:lnTo>
                    <a:pt x="281152" y="15925"/>
                  </a:lnTo>
                  <a:lnTo>
                    <a:pt x="275564" y="7645"/>
                  </a:lnTo>
                  <a:lnTo>
                    <a:pt x="267271" y="2057"/>
                  </a:lnTo>
                  <a:lnTo>
                    <a:pt x="257124" y="0"/>
                  </a:lnTo>
                  <a:lnTo>
                    <a:pt x="246989" y="2057"/>
                  </a:lnTo>
                  <a:lnTo>
                    <a:pt x="238696" y="7645"/>
                  </a:lnTo>
                  <a:lnTo>
                    <a:pt x="233121" y="15925"/>
                  </a:lnTo>
                  <a:lnTo>
                    <a:pt x="231063" y="26073"/>
                  </a:lnTo>
                  <a:lnTo>
                    <a:pt x="233121" y="36220"/>
                  </a:lnTo>
                  <a:lnTo>
                    <a:pt x="238696" y="44513"/>
                  </a:lnTo>
                  <a:lnTo>
                    <a:pt x="246989" y="50101"/>
                  </a:lnTo>
                  <a:lnTo>
                    <a:pt x="257124" y="52146"/>
                  </a:lnTo>
                  <a:lnTo>
                    <a:pt x="267271" y="50101"/>
                  </a:lnTo>
                  <a:lnTo>
                    <a:pt x="275564" y="44513"/>
                  </a:lnTo>
                  <a:lnTo>
                    <a:pt x="281152" y="36220"/>
                  </a:lnTo>
                  <a:lnTo>
                    <a:pt x="283197" y="26073"/>
                  </a:lnTo>
                  <a:close/>
                </a:path>
              </a:pathLst>
            </a:custGeom>
            <a:solidFill>
              <a:srgbClr val="5A6771"/>
            </a:solidFill>
          </p:spPr>
          <p:txBody>
            <a:bodyPr wrap="square" lIns="0" tIns="0" rIns="0" bIns="0" rtlCol="0"/>
            <a:lstStyle/>
            <a:p>
              <a:endParaRPr/>
            </a:p>
          </p:txBody>
        </p:sp>
        <p:pic>
          <p:nvPicPr>
            <p:cNvPr id="125" name="object 125"/>
            <p:cNvPicPr/>
            <p:nvPr/>
          </p:nvPicPr>
          <p:blipFill>
            <a:blip r:embed="rId8" cstate="print"/>
            <a:stretch>
              <a:fillRect/>
            </a:stretch>
          </p:blipFill>
          <p:spPr>
            <a:xfrm>
              <a:off x="2038786" y="4301576"/>
              <a:ext cx="83680" cy="126657"/>
            </a:xfrm>
            <a:prstGeom prst="rect">
              <a:avLst/>
            </a:prstGeom>
          </p:spPr>
        </p:pic>
        <p:pic>
          <p:nvPicPr>
            <p:cNvPr id="126" name="object 126"/>
            <p:cNvPicPr/>
            <p:nvPr/>
          </p:nvPicPr>
          <p:blipFill>
            <a:blip r:embed="rId9" cstate="print"/>
            <a:stretch>
              <a:fillRect/>
            </a:stretch>
          </p:blipFill>
          <p:spPr>
            <a:xfrm>
              <a:off x="1990237" y="4448005"/>
              <a:ext cx="180784" cy="135089"/>
            </a:xfrm>
            <a:prstGeom prst="rect">
              <a:avLst/>
            </a:prstGeom>
          </p:spPr>
        </p:pic>
        <p:sp>
          <p:nvSpPr>
            <p:cNvPr id="127" name="object 127"/>
            <p:cNvSpPr/>
            <p:nvPr/>
          </p:nvSpPr>
          <p:spPr>
            <a:xfrm>
              <a:off x="1921713" y="4228640"/>
              <a:ext cx="86995" cy="23495"/>
            </a:xfrm>
            <a:custGeom>
              <a:avLst/>
              <a:gdLst/>
              <a:ahLst/>
              <a:cxnLst/>
              <a:rect l="l" t="t" r="r" b="b"/>
              <a:pathLst>
                <a:path w="86994" h="23495">
                  <a:moveTo>
                    <a:pt x="86766" y="22902"/>
                  </a:moveTo>
                  <a:lnTo>
                    <a:pt x="59950" y="5925"/>
                  </a:lnTo>
                  <a:lnTo>
                    <a:pt x="41973" y="0"/>
                  </a:lnTo>
                  <a:lnTo>
                    <a:pt x="24701" y="4888"/>
                  </a:lnTo>
                  <a:lnTo>
                    <a:pt x="0" y="20350"/>
                  </a:lnTo>
                </a:path>
              </a:pathLst>
            </a:custGeom>
            <a:ln w="27749">
              <a:solidFill>
                <a:srgbClr val="5A6771"/>
              </a:solidFill>
            </a:ln>
          </p:spPr>
          <p:txBody>
            <a:bodyPr wrap="square" lIns="0" tIns="0" rIns="0" bIns="0" rtlCol="0"/>
            <a:lstStyle/>
            <a:p>
              <a:endParaRPr/>
            </a:p>
          </p:txBody>
        </p:sp>
        <p:sp>
          <p:nvSpPr>
            <p:cNvPr id="128" name="object 128"/>
            <p:cNvSpPr/>
            <p:nvPr/>
          </p:nvSpPr>
          <p:spPr>
            <a:xfrm>
              <a:off x="2152777" y="4228640"/>
              <a:ext cx="86995" cy="23495"/>
            </a:xfrm>
            <a:custGeom>
              <a:avLst/>
              <a:gdLst/>
              <a:ahLst/>
              <a:cxnLst/>
              <a:rect l="l" t="t" r="r" b="b"/>
              <a:pathLst>
                <a:path w="86994" h="23495">
                  <a:moveTo>
                    <a:pt x="0" y="22902"/>
                  </a:moveTo>
                  <a:lnTo>
                    <a:pt x="26816" y="5925"/>
                  </a:lnTo>
                  <a:lnTo>
                    <a:pt x="44792" y="0"/>
                  </a:lnTo>
                  <a:lnTo>
                    <a:pt x="62064" y="4888"/>
                  </a:lnTo>
                  <a:lnTo>
                    <a:pt x="86766" y="20350"/>
                  </a:lnTo>
                </a:path>
              </a:pathLst>
            </a:custGeom>
            <a:ln w="27749">
              <a:solidFill>
                <a:srgbClr val="5A6771"/>
              </a:solidFill>
            </a:ln>
          </p:spPr>
          <p:txBody>
            <a:bodyPr wrap="square" lIns="0" tIns="0" rIns="0" bIns="0" rtlCol="0"/>
            <a:lstStyle/>
            <a:p>
              <a:endParaRPr/>
            </a:p>
          </p:txBody>
        </p:sp>
        <p:pic>
          <p:nvPicPr>
            <p:cNvPr id="129" name="object 129"/>
            <p:cNvPicPr/>
            <p:nvPr/>
          </p:nvPicPr>
          <p:blipFill>
            <a:blip r:embed="rId10" cstate="print"/>
            <a:stretch>
              <a:fillRect/>
            </a:stretch>
          </p:blipFill>
          <p:spPr>
            <a:xfrm>
              <a:off x="1925848" y="4625954"/>
              <a:ext cx="309562" cy="214633"/>
            </a:xfrm>
            <a:prstGeom prst="rect">
              <a:avLst/>
            </a:prstGeom>
          </p:spPr>
        </p:pic>
      </p:grpSp>
      <p:grpSp>
        <p:nvGrpSpPr>
          <p:cNvPr id="130" name="object 130"/>
          <p:cNvGrpSpPr/>
          <p:nvPr/>
        </p:nvGrpSpPr>
        <p:grpSpPr>
          <a:xfrm>
            <a:off x="3589319" y="3741006"/>
            <a:ext cx="1163320" cy="1243330"/>
            <a:chOff x="3589319" y="3741006"/>
            <a:chExt cx="1163320" cy="1243330"/>
          </a:xfrm>
        </p:grpSpPr>
        <p:sp>
          <p:nvSpPr>
            <p:cNvPr id="131" name="object 131"/>
            <p:cNvSpPr/>
            <p:nvPr/>
          </p:nvSpPr>
          <p:spPr>
            <a:xfrm>
              <a:off x="3589319" y="3741006"/>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32" name="object 132"/>
            <p:cNvSpPr/>
            <p:nvPr/>
          </p:nvSpPr>
          <p:spPr>
            <a:xfrm>
              <a:off x="3831092" y="4646448"/>
              <a:ext cx="673100" cy="323850"/>
            </a:xfrm>
            <a:custGeom>
              <a:avLst/>
              <a:gdLst/>
              <a:ahLst/>
              <a:cxnLst/>
              <a:rect l="l" t="t" r="r" b="b"/>
              <a:pathLst>
                <a:path w="673100" h="323850">
                  <a:moveTo>
                    <a:pt x="429336" y="0"/>
                  </a:moveTo>
                  <a:lnTo>
                    <a:pt x="243535" y="0"/>
                  </a:lnTo>
                  <a:lnTo>
                    <a:pt x="198152" y="16652"/>
                  </a:lnTo>
                  <a:lnTo>
                    <a:pt x="156097" y="39372"/>
                  </a:lnTo>
                  <a:lnTo>
                    <a:pt x="117906" y="67624"/>
                  </a:lnTo>
                  <a:lnTo>
                    <a:pt x="84117" y="100872"/>
                  </a:lnTo>
                  <a:lnTo>
                    <a:pt x="55267" y="138583"/>
                  </a:lnTo>
                  <a:lnTo>
                    <a:pt x="31893" y="180220"/>
                  </a:lnTo>
                  <a:lnTo>
                    <a:pt x="14533" y="225249"/>
                  </a:lnTo>
                  <a:lnTo>
                    <a:pt x="3722" y="273134"/>
                  </a:lnTo>
                  <a:lnTo>
                    <a:pt x="0" y="323342"/>
                  </a:lnTo>
                  <a:lnTo>
                    <a:pt x="672871" y="323342"/>
                  </a:lnTo>
                  <a:lnTo>
                    <a:pt x="669148" y="273134"/>
                  </a:lnTo>
                  <a:lnTo>
                    <a:pt x="658338" y="225249"/>
                  </a:lnTo>
                  <a:lnTo>
                    <a:pt x="640977" y="180220"/>
                  </a:lnTo>
                  <a:lnTo>
                    <a:pt x="617603" y="138583"/>
                  </a:lnTo>
                  <a:lnTo>
                    <a:pt x="588753" y="100872"/>
                  </a:lnTo>
                  <a:lnTo>
                    <a:pt x="554964" y="67624"/>
                  </a:lnTo>
                  <a:lnTo>
                    <a:pt x="516773" y="39372"/>
                  </a:lnTo>
                  <a:lnTo>
                    <a:pt x="474718" y="16652"/>
                  </a:lnTo>
                  <a:lnTo>
                    <a:pt x="429336" y="0"/>
                  </a:lnTo>
                  <a:close/>
                </a:path>
              </a:pathLst>
            </a:custGeom>
            <a:solidFill>
              <a:srgbClr val="FFFFFF"/>
            </a:solidFill>
          </p:spPr>
          <p:txBody>
            <a:bodyPr wrap="square" lIns="0" tIns="0" rIns="0" bIns="0" rtlCol="0"/>
            <a:lstStyle/>
            <a:p>
              <a:endParaRPr/>
            </a:p>
          </p:txBody>
        </p:sp>
        <p:sp>
          <p:nvSpPr>
            <p:cNvPr id="133" name="object 133"/>
            <p:cNvSpPr/>
            <p:nvPr/>
          </p:nvSpPr>
          <p:spPr>
            <a:xfrm>
              <a:off x="3831092" y="4646448"/>
              <a:ext cx="673100" cy="323850"/>
            </a:xfrm>
            <a:custGeom>
              <a:avLst/>
              <a:gdLst/>
              <a:ahLst/>
              <a:cxnLst/>
              <a:rect l="l" t="t" r="r" b="b"/>
              <a:pathLst>
                <a:path w="673100" h="323850">
                  <a:moveTo>
                    <a:pt x="243535" y="0"/>
                  </a:moveTo>
                  <a:lnTo>
                    <a:pt x="198152" y="16652"/>
                  </a:lnTo>
                  <a:lnTo>
                    <a:pt x="156097" y="39372"/>
                  </a:lnTo>
                  <a:lnTo>
                    <a:pt x="117906" y="67624"/>
                  </a:lnTo>
                  <a:lnTo>
                    <a:pt x="84117" y="100872"/>
                  </a:lnTo>
                  <a:lnTo>
                    <a:pt x="55267" y="138583"/>
                  </a:lnTo>
                  <a:lnTo>
                    <a:pt x="31893" y="180220"/>
                  </a:lnTo>
                  <a:lnTo>
                    <a:pt x="14533" y="225249"/>
                  </a:lnTo>
                  <a:lnTo>
                    <a:pt x="3722" y="273134"/>
                  </a:lnTo>
                  <a:lnTo>
                    <a:pt x="0" y="323342"/>
                  </a:lnTo>
                  <a:lnTo>
                    <a:pt x="243535" y="323342"/>
                  </a:lnTo>
                  <a:lnTo>
                    <a:pt x="436168" y="323342"/>
                  </a:lnTo>
                  <a:lnTo>
                    <a:pt x="672871" y="323342"/>
                  </a:lnTo>
                  <a:lnTo>
                    <a:pt x="669148" y="273134"/>
                  </a:lnTo>
                  <a:lnTo>
                    <a:pt x="658338" y="225249"/>
                  </a:lnTo>
                  <a:lnTo>
                    <a:pt x="640977" y="180220"/>
                  </a:lnTo>
                  <a:lnTo>
                    <a:pt x="617603" y="138583"/>
                  </a:lnTo>
                  <a:lnTo>
                    <a:pt x="588753" y="100872"/>
                  </a:lnTo>
                  <a:lnTo>
                    <a:pt x="554964" y="67624"/>
                  </a:lnTo>
                  <a:lnTo>
                    <a:pt x="516773" y="39372"/>
                  </a:lnTo>
                  <a:lnTo>
                    <a:pt x="474718" y="16652"/>
                  </a:lnTo>
                  <a:lnTo>
                    <a:pt x="429336" y="0"/>
                  </a:lnTo>
                </a:path>
              </a:pathLst>
            </a:custGeom>
            <a:ln w="28003">
              <a:solidFill>
                <a:srgbClr val="5A6771"/>
              </a:solidFill>
            </a:ln>
          </p:spPr>
          <p:txBody>
            <a:bodyPr wrap="square" lIns="0" tIns="0" rIns="0" bIns="0" rtlCol="0"/>
            <a:lstStyle/>
            <a:p>
              <a:endParaRPr/>
            </a:p>
          </p:txBody>
        </p:sp>
        <p:sp>
          <p:nvSpPr>
            <p:cNvPr id="134" name="object 134"/>
            <p:cNvSpPr/>
            <p:nvPr/>
          </p:nvSpPr>
          <p:spPr>
            <a:xfrm>
              <a:off x="3855896" y="3916606"/>
              <a:ext cx="623570" cy="359410"/>
            </a:xfrm>
            <a:custGeom>
              <a:avLst/>
              <a:gdLst/>
              <a:ahLst/>
              <a:cxnLst/>
              <a:rect l="l" t="t" r="r" b="b"/>
              <a:pathLst>
                <a:path w="623570" h="359410">
                  <a:moveTo>
                    <a:pt x="311632" y="0"/>
                  </a:moveTo>
                  <a:lnTo>
                    <a:pt x="265581" y="3378"/>
                  </a:lnTo>
                  <a:lnTo>
                    <a:pt x="221628" y="13194"/>
                  </a:lnTo>
                  <a:lnTo>
                    <a:pt x="180255" y="28963"/>
                  </a:lnTo>
                  <a:lnTo>
                    <a:pt x="141945" y="50205"/>
                  </a:lnTo>
                  <a:lnTo>
                    <a:pt x="107178" y="76438"/>
                  </a:lnTo>
                  <a:lnTo>
                    <a:pt x="76438" y="107178"/>
                  </a:lnTo>
                  <a:lnTo>
                    <a:pt x="50205" y="141945"/>
                  </a:lnTo>
                  <a:lnTo>
                    <a:pt x="28963" y="180255"/>
                  </a:lnTo>
                  <a:lnTo>
                    <a:pt x="13194" y="221628"/>
                  </a:lnTo>
                  <a:lnTo>
                    <a:pt x="3378" y="265581"/>
                  </a:lnTo>
                  <a:lnTo>
                    <a:pt x="0" y="311632"/>
                  </a:lnTo>
                  <a:lnTo>
                    <a:pt x="0" y="359270"/>
                  </a:lnTo>
                  <a:lnTo>
                    <a:pt x="623252" y="355041"/>
                  </a:lnTo>
                  <a:lnTo>
                    <a:pt x="623252" y="311632"/>
                  </a:lnTo>
                  <a:lnTo>
                    <a:pt x="619873" y="265581"/>
                  </a:lnTo>
                  <a:lnTo>
                    <a:pt x="610058" y="221628"/>
                  </a:lnTo>
                  <a:lnTo>
                    <a:pt x="594288" y="180255"/>
                  </a:lnTo>
                  <a:lnTo>
                    <a:pt x="573047" y="141945"/>
                  </a:lnTo>
                  <a:lnTo>
                    <a:pt x="546815" y="107178"/>
                  </a:lnTo>
                  <a:lnTo>
                    <a:pt x="516076" y="76438"/>
                  </a:lnTo>
                  <a:lnTo>
                    <a:pt x="481310" y="50205"/>
                  </a:lnTo>
                  <a:lnTo>
                    <a:pt x="443001" y="28963"/>
                  </a:lnTo>
                  <a:lnTo>
                    <a:pt x="401630" y="13194"/>
                  </a:lnTo>
                  <a:lnTo>
                    <a:pt x="357680" y="3378"/>
                  </a:lnTo>
                  <a:lnTo>
                    <a:pt x="311632" y="0"/>
                  </a:lnTo>
                  <a:close/>
                </a:path>
              </a:pathLst>
            </a:custGeom>
            <a:solidFill>
              <a:srgbClr val="FFFFFF"/>
            </a:solidFill>
          </p:spPr>
          <p:txBody>
            <a:bodyPr wrap="square" lIns="0" tIns="0" rIns="0" bIns="0" rtlCol="0"/>
            <a:lstStyle/>
            <a:p>
              <a:endParaRPr/>
            </a:p>
          </p:txBody>
        </p:sp>
        <p:sp>
          <p:nvSpPr>
            <p:cNvPr id="135" name="object 135"/>
            <p:cNvSpPr/>
            <p:nvPr/>
          </p:nvSpPr>
          <p:spPr>
            <a:xfrm>
              <a:off x="3855896" y="3916606"/>
              <a:ext cx="623570" cy="359410"/>
            </a:xfrm>
            <a:custGeom>
              <a:avLst/>
              <a:gdLst/>
              <a:ahLst/>
              <a:cxnLst/>
              <a:rect l="l" t="t" r="r" b="b"/>
              <a:pathLst>
                <a:path w="623570" h="359410">
                  <a:moveTo>
                    <a:pt x="623252" y="355041"/>
                  </a:moveTo>
                  <a:lnTo>
                    <a:pt x="623252" y="311632"/>
                  </a:lnTo>
                  <a:lnTo>
                    <a:pt x="619873" y="265581"/>
                  </a:lnTo>
                  <a:lnTo>
                    <a:pt x="610058" y="221628"/>
                  </a:lnTo>
                  <a:lnTo>
                    <a:pt x="594288" y="180255"/>
                  </a:lnTo>
                  <a:lnTo>
                    <a:pt x="573047" y="141945"/>
                  </a:lnTo>
                  <a:lnTo>
                    <a:pt x="546815" y="107178"/>
                  </a:lnTo>
                  <a:lnTo>
                    <a:pt x="516076" y="76438"/>
                  </a:lnTo>
                  <a:lnTo>
                    <a:pt x="481310" y="50205"/>
                  </a:lnTo>
                  <a:lnTo>
                    <a:pt x="443001" y="28963"/>
                  </a:lnTo>
                  <a:lnTo>
                    <a:pt x="401630" y="13194"/>
                  </a:lnTo>
                  <a:lnTo>
                    <a:pt x="357680" y="3378"/>
                  </a:lnTo>
                  <a:lnTo>
                    <a:pt x="311632" y="0"/>
                  </a:lnTo>
                  <a:lnTo>
                    <a:pt x="265581" y="3378"/>
                  </a:lnTo>
                  <a:lnTo>
                    <a:pt x="221628" y="13194"/>
                  </a:lnTo>
                  <a:lnTo>
                    <a:pt x="180255" y="28963"/>
                  </a:lnTo>
                  <a:lnTo>
                    <a:pt x="141945" y="50205"/>
                  </a:lnTo>
                  <a:lnTo>
                    <a:pt x="107178" y="76438"/>
                  </a:lnTo>
                  <a:lnTo>
                    <a:pt x="76438" y="107178"/>
                  </a:lnTo>
                  <a:lnTo>
                    <a:pt x="50205" y="141945"/>
                  </a:lnTo>
                  <a:lnTo>
                    <a:pt x="28963" y="180255"/>
                  </a:lnTo>
                  <a:lnTo>
                    <a:pt x="13194" y="221628"/>
                  </a:lnTo>
                  <a:lnTo>
                    <a:pt x="3378" y="265581"/>
                  </a:lnTo>
                  <a:lnTo>
                    <a:pt x="0" y="311632"/>
                  </a:lnTo>
                  <a:lnTo>
                    <a:pt x="0" y="359270"/>
                  </a:lnTo>
                </a:path>
              </a:pathLst>
            </a:custGeom>
            <a:ln w="28003">
              <a:solidFill>
                <a:srgbClr val="5A6771"/>
              </a:solidFill>
            </a:ln>
          </p:spPr>
          <p:txBody>
            <a:bodyPr wrap="square" lIns="0" tIns="0" rIns="0" bIns="0" rtlCol="0"/>
            <a:lstStyle/>
            <a:p>
              <a:endParaRPr/>
            </a:p>
          </p:txBody>
        </p:sp>
        <p:pic>
          <p:nvPicPr>
            <p:cNvPr id="136" name="object 136"/>
            <p:cNvPicPr/>
            <p:nvPr/>
          </p:nvPicPr>
          <p:blipFill>
            <a:blip r:embed="rId11" cstate="print"/>
            <a:stretch>
              <a:fillRect/>
            </a:stretch>
          </p:blipFill>
          <p:spPr>
            <a:xfrm>
              <a:off x="4060619" y="4624038"/>
              <a:ext cx="213804" cy="359754"/>
            </a:xfrm>
            <a:prstGeom prst="rect">
              <a:avLst/>
            </a:prstGeom>
          </p:spPr>
        </p:pic>
        <p:pic>
          <p:nvPicPr>
            <p:cNvPr id="137" name="object 137"/>
            <p:cNvPicPr/>
            <p:nvPr/>
          </p:nvPicPr>
          <p:blipFill>
            <a:blip r:embed="rId12" cstate="print"/>
            <a:stretch>
              <a:fillRect/>
            </a:stretch>
          </p:blipFill>
          <p:spPr>
            <a:xfrm>
              <a:off x="3825711" y="4252376"/>
              <a:ext cx="106299" cy="153644"/>
            </a:xfrm>
            <a:prstGeom prst="rect">
              <a:avLst/>
            </a:prstGeom>
          </p:spPr>
        </p:pic>
        <p:pic>
          <p:nvPicPr>
            <p:cNvPr id="138" name="object 138"/>
            <p:cNvPicPr/>
            <p:nvPr/>
          </p:nvPicPr>
          <p:blipFill>
            <a:blip r:embed="rId13" cstate="print"/>
            <a:stretch>
              <a:fillRect/>
            </a:stretch>
          </p:blipFill>
          <p:spPr>
            <a:xfrm>
              <a:off x="4403037" y="4252376"/>
              <a:ext cx="106311" cy="153644"/>
            </a:xfrm>
            <a:prstGeom prst="rect">
              <a:avLst/>
            </a:prstGeom>
          </p:spPr>
        </p:pic>
        <p:sp>
          <p:nvSpPr>
            <p:cNvPr id="139" name="object 139"/>
            <p:cNvSpPr/>
            <p:nvPr/>
          </p:nvSpPr>
          <p:spPr>
            <a:xfrm>
              <a:off x="3918005" y="3999381"/>
              <a:ext cx="499109" cy="647700"/>
            </a:xfrm>
            <a:custGeom>
              <a:avLst/>
              <a:gdLst/>
              <a:ahLst/>
              <a:cxnLst/>
              <a:rect l="l" t="t" r="r" b="b"/>
              <a:pathLst>
                <a:path w="499110" h="647700">
                  <a:moveTo>
                    <a:pt x="332613" y="0"/>
                  </a:moveTo>
                  <a:lnTo>
                    <a:pt x="332613" y="23698"/>
                  </a:lnTo>
                  <a:lnTo>
                    <a:pt x="326083" y="56039"/>
                  </a:lnTo>
                  <a:lnTo>
                    <a:pt x="308276" y="82453"/>
                  </a:lnTo>
                  <a:lnTo>
                    <a:pt x="281863" y="100263"/>
                  </a:lnTo>
                  <a:lnTo>
                    <a:pt x="249516" y="106794"/>
                  </a:lnTo>
                  <a:lnTo>
                    <a:pt x="217175" y="100263"/>
                  </a:lnTo>
                  <a:lnTo>
                    <a:pt x="190761" y="82453"/>
                  </a:lnTo>
                  <a:lnTo>
                    <a:pt x="172951" y="56039"/>
                  </a:lnTo>
                  <a:lnTo>
                    <a:pt x="166420" y="23698"/>
                  </a:lnTo>
                  <a:lnTo>
                    <a:pt x="166420" y="0"/>
                  </a:lnTo>
                  <a:lnTo>
                    <a:pt x="121020" y="15819"/>
                  </a:lnTo>
                  <a:lnTo>
                    <a:pt x="80941" y="40934"/>
                  </a:lnTo>
                  <a:lnTo>
                    <a:pt x="47491" y="74041"/>
                  </a:lnTo>
                  <a:lnTo>
                    <a:pt x="21979" y="113836"/>
                  </a:lnTo>
                  <a:lnTo>
                    <a:pt x="5712" y="159016"/>
                  </a:lnTo>
                  <a:lnTo>
                    <a:pt x="0" y="208279"/>
                  </a:lnTo>
                  <a:lnTo>
                    <a:pt x="0" y="430403"/>
                  </a:lnTo>
                  <a:lnTo>
                    <a:pt x="5725" y="480108"/>
                  </a:lnTo>
                  <a:lnTo>
                    <a:pt x="22035" y="525736"/>
                  </a:lnTo>
                  <a:lnTo>
                    <a:pt x="47628" y="565985"/>
                  </a:lnTo>
                  <a:lnTo>
                    <a:pt x="81201" y="599556"/>
                  </a:lnTo>
                  <a:lnTo>
                    <a:pt x="121453" y="625146"/>
                  </a:lnTo>
                  <a:lnTo>
                    <a:pt x="167083" y="641454"/>
                  </a:lnTo>
                  <a:lnTo>
                    <a:pt x="216789" y="647179"/>
                  </a:lnTo>
                  <a:lnTo>
                    <a:pt x="282257" y="647179"/>
                  </a:lnTo>
                  <a:lnTo>
                    <a:pt x="331962" y="641454"/>
                  </a:lnTo>
                  <a:lnTo>
                    <a:pt x="377590" y="625146"/>
                  </a:lnTo>
                  <a:lnTo>
                    <a:pt x="417840" y="599556"/>
                  </a:lnTo>
                  <a:lnTo>
                    <a:pt x="451410" y="565985"/>
                  </a:lnTo>
                  <a:lnTo>
                    <a:pt x="477000" y="525736"/>
                  </a:lnTo>
                  <a:lnTo>
                    <a:pt x="493308" y="480108"/>
                  </a:lnTo>
                  <a:lnTo>
                    <a:pt x="499033" y="430403"/>
                  </a:lnTo>
                  <a:lnTo>
                    <a:pt x="499033" y="208279"/>
                  </a:lnTo>
                  <a:lnTo>
                    <a:pt x="493320" y="159016"/>
                  </a:lnTo>
                  <a:lnTo>
                    <a:pt x="477054" y="113836"/>
                  </a:lnTo>
                  <a:lnTo>
                    <a:pt x="451542" y="74040"/>
                  </a:lnTo>
                  <a:lnTo>
                    <a:pt x="418092" y="40934"/>
                  </a:lnTo>
                  <a:lnTo>
                    <a:pt x="378013" y="15819"/>
                  </a:lnTo>
                  <a:lnTo>
                    <a:pt x="332613" y="0"/>
                  </a:lnTo>
                  <a:close/>
                </a:path>
              </a:pathLst>
            </a:custGeom>
            <a:solidFill>
              <a:srgbClr val="FFFFFF"/>
            </a:solidFill>
          </p:spPr>
          <p:txBody>
            <a:bodyPr wrap="square" lIns="0" tIns="0" rIns="0" bIns="0" rtlCol="0"/>
            <a:lstStyle/>
            <a:p>
              <a:endParaRPr/>
            </a:p>
          </p:txBody>
        </p:sp>
        <p:sp>
          <p:nvSpPr>
            <p:cNvPr id="140" name="object 140"/>
            <p:cNvSpPr/>
            <p:nvPr/>
          </p:nvSpPr>
          <p:spPr>
            <a:xfrm>
              <a:off x="3918005" y="3999381"/>
              <a:ext cx="499109" cy="647700"/>
            </a:xfrm>
            <a:custGeom>
              <a:avLst/>
              <a:gdLst/>
              <a:ahLst/>
              <a:cxnLst/>
              <a:rect l="l" t="t" r="r" b="b"/>
              <a:pathLst>
                <a:path w="499110" h="647700">
                  <a:moveTo>
                    <a:pt x="332613" y="0"/>
                  </a:moveTo>
                  <a:lnTo>
                    <a:pt x="332613" y="23698"/>
                  </a:lnTo>
                  <a:lnTo>
                    <a:pt x="326083" y="56039"/>
                  </a:lnTo>
                  <a:lnTo>
                    <a:pt x="308276" y="82453"/>
                  </a:lnTo>
                  <a:lnTo>
                    <a:pt x="281863" y="100263"/>
                  </a:lnTo>
                  <a:lnTo>
                    <a:pt x="249516" y="106794"/>
                  </a:lnTo>
                  <a:lnTo>
                    <a:pt x="217175" y="100263"/>
                  </a:lnTo>
                  <a:lnTo>
                    <a:pt x="190761" y="82453"/>
                  </a:lnTo>
                  <a:lnTo>
                    <a:pt x="172951" y="56039"/>
                  </a:lnTo>
                  <a:lnTo>
                    <a:pt x="166420" y="23698"/>
                  </a:lnTo>
                  <a:lnTo>
                    <a:pt x="166420" y="0"/>
                  </a:lnTo>
                  <a:lnTo>
                    <a:pt x="121020" y="15819"/>
                  </a:lnTo>
                  <a:lnTo>
                    <a:pt x="80941" y="40934"/>
                  </a:lnTo>
                  <a:lnTo>
                    <a:pt x="47491" y="74041"/>
                  </a:lnTo>
                  <a:lnTo>
                    <a:pt x="21979" y="113836"/>
                  </a:lnTo>
                  <a:lnTo>
                    <a:pt x="5712" y="159016"/>
                  </a:lnTo>
                  <a:lnTo>
                    <a:pt x="0" y="208279"/>
                  </a:lnTo>
                  <a:lnTo>
                    <a:pt x="0" y="430403"/>
                  </a:lnTo>
                  <a:lnTo>
                    <a:pt x="5725" y="480108"/>
                  </a:lnTo>
                  <a:lnTo>
                    <a:pt x="22035" y="525736"/>
                  </a:lnTo>
                  <a:lnTo>
                    <a:pt x="47628" y="565985"/>
                  </a:lnTo>
                  <a:lnTo>
                    <a:pt x="81201" y="599556"/>
                  </a:lnTo>
                  <a:lnTo>
                    <a:pt x="121453" y="625146"/>
                  </a:lnTo>
                  <a:lnTo>
                    <a:pt x="167083" y="641454"/>
                  </a:lnTo>
                  <a:lnTo>
                    <a:pt x="216789" y="647179"/>
                  </a:lnTo>
                  <a:lnTo>
                    <a:pt x="282257" y="647179"/>
                  </a:lnTo>
                  <a:lnTo>
                    <a:pt x="331962" y="641454"/>
                  </a:lnTo>
                  <a:lnTo>
                    <a:pt x="377590" y="625146"/>
                  </a:lnTo>
                  <a:lnTo>
                    <a:pt x="417840" y="599556"/>
                  </a:lnTo>
                  <a:lnTo>
                    <a:pt x="451410" y="565985"/>
                  </a:lnTo>
                  <a:lnTo>
                    <a:pt x="477000" y="525736"/>
                  </a:lnTo>
                  <a:lnTo>
                    <a:pt x="493308" y="480108"/>
                  </a:lnTo>
                  <a:lnTo>
                    <a:pt x="499033" y="430403"/>
                  </a:lnTo>
                  <a:lnTo>
                    <a:pt x="499033" y="208279"/>
                  </a:lnTo>
                  <a:lnTo>
                    <a:pt x="493320" y="159016"/>
                  </a:lnTo>
                  <a:lnTo>
                    <a:pt x="477054" y="113836"/>
                  </a:lnTo>
                  <a:lnTo>
                    <a:pt x="451542" y="74040"/>
                  </a:lnTo>
                  <a:lnTo>
                    <a:pt x="418092" y="40934"/>
                  </a:lnTo>
                  <a:lnTo>
                    <a:pt x="378013" y="15819"/>
                  </a:lnTo>
                  <a:lnTo>
                    <a:pt x="332613" y="0"/>
                  </a:lnTo>
                  <a:close/>
                </a:path>
              </a:pathLst>
            </a:custGeom>
            <a:ln w="28003">
              <a:solidFill>
                <a:srgbClr val="5A6771"/>
              </a:solidFill>
            </a:ln>
          </p:spPr>
          <p:txBody>
            <a:bodyPr wrap="square" lIns="0" tIns="0" rIns="0" bIns="0" rtlCol="0"/>
            <a:lstStyle/>
            <a:p>
              <a:endParaRPr/>
            </a:p>
          </p:txBody>
        </p:sp>
        <p:sp>
          <p:nvSpPr>
            <p:cNvPr id="141" name="object 141"/>
            <p:cNvSpPr/>
            <p:nvPr/>
          </p:nvSpPr>
          <p:spPr>
            <a:xfrm>
              <a:off x="4006424" y="4221199"/>
              <a:ext cx="88265" cy="23495"/>
            </a:xfrm>
            <a:custGeom>
              <a:avLst/>
              <a:gdLst/>
              <a:ahLst/>
              <a:cxnLst/>
              <a:rect l="l" t="t" r="r" b="b"/>
              <a:pathLst>
                <a:path w="88264" h="23495">
                  <a:moveTo>
                    <a:pt x="87960" y="23221"/>
                  </a:moveTo>
                  <a:lnTo>
                    <a:pt x="60775" y="6007"/>
                  </a:lnTo>
                  <a:lnTo>
                    <a:pt x="42551" y="0"/>
                  </a:lnTo>
                  <a:lnTo>
                    <a:pt x="25041" y="4955"/>
                  </a:lnTo>
                  <a:lnTo>
                    <a:pt x="0" y="20631"/>
                  </a:lnTo>
                </a:path>
              </a:pathLst>
            </a:custGeom>
            <a:ln w="28003">
              <a:solidFill>
                <a:srgbClr val="5A6771"/>
              </a:solidFill>
            </a:ln>
          </p:spPr>
          <p:txBody>
            <a:bodyPr wrap="square" lIns="0" tIns="0" rIns="0" bIns="0" rtlCol="0"/>
            <a:lstStyle/>
            <a:p>
              <a:endParaRPr/>
            </a:p>
          </p:txBody>
        </p:sp>
        <p:sp>
          <p:nvSpPr>
            <p:cNvPr id="142" name="object 142"/>
            <p:cNvSpPr/>
            <p:nvPr/>
          </p:nvSpPr>
          <p:spPr>
            <a:xfrm>
              <a:off x="4240664" y="4221199"/>
              <a:ext cx="88265" cy="23495"/>
            </a:xfrm>
            <a:custGeom>
              <a:avLst/>
              <a:gdLst/>
              <a:ahLst/>
              <a:cxnLst/>
              <a:rect l="l" t="t" r="r" b="b"/>
              <a:pathLst>
                <a:path w="88264" h="23495">
                  <a:moveTo>
                    <a:pt x="0" y="23221"/>
                  </a:moveTo>
                  <a:lnTo>
                    <a:pt x="27184" y="6007"/>
                  </a:lnTo>
                  <a:lnTo>
                    <a:pt x="45408" y="0"/>
                  </a:lnTo>
                  <a:lnTo>
                    <a:pt x="62918" y="4955"/>
                  </a:lnTo>
                  <a:lnTo>
                    <a:pt x="87960" y="20631"/>
                  </a:lnTo>
                </a:path>
              </a:pathLst>
            </a:custGeom>
            <a:ln w="28003">
              <a:solidFill>
                <a:srgbClr val="5A6771"/>
              </a:solidFill>
            </a:ln>
          </p:spPr>
          <p:txBody>
            <a:bodyPr wrap="square" lIns="0" tIns="0" rIns="0" bIns="0" rtlCol="0"/>
            <a:lstStyle/>
            <a:p>
              <a:endParaRPr/>
            </a:p>
          </p:txBody>
        </p:sp>
        <p:sp>
          <p:nvSpPr>
            <p:cNvPr id="143" name="object 143"/>
            <p:cNvSpPr/>
            <p:nvPr/>
          </p:nvSpPr>
          <p:spPr>
            <a:xfrm>
              <a:off x="4119280" y="4861462"/>
              <a:ext cx="96520" cy="0"/>
            </a:xfrm>
            <a:custGeom>
              <a:avLst/>
              <a:gdLst/>
              <a:ahLst/>
              <a:cxnLst/>
              <a:rect l="l" t="t" r="r" b="b"/>
              <a:pathLst>
                <a:path w="96520">
                  <a:moveTo>
                    <a:pt x="0" y="0"/>
                  </a:moveTo>
                  <a:lnTo>
                    <a:pt x="96481" y="0"/>
                  </a:lnTo>
                </a:path>
              </a:pathLst>
            </a:custGeom>
            <a:ln w="28003">
              <a:solidFill>
                <a:srgbClr val="5A6771"/>
              </a:solidFill>
            </a:ln>
          </p:spPr>
          <p:txBody>
            <a:bodyPr wrap="square" lIns="0" tIns="0" rIns="0" bIns="0" rtlCol="0"/>
            <a:lstStyle/>
            <a:p>
              <a:endParaRPr/>
            </a:p>
          </p:txBody>
        </p:sp>
        <p:sp>
          <p:nvSpPr>
            <p:cNvPr id="144" name="object 144"/>
            <p:cNvSpPr/>
            <p:nvPr/>
          </p:nvSpPr>
          <p:spPr>
            <a:xfrm>
              <a:off x="4024688" y="4668342"/>
              <a:ext cx="285750" cy="159385"/>
            </a:xfrm>
            <a:custGeom>
              <a:avLst/>
              <a:gdLst/>
              <a:ahLst/>
              <a:cxnLst/>
              <a:rect l="l" t="t" r="r" b="b"/>
              <a:pathLst>
                <a:path w="285750" h="159385">
                  <a:moveTo>
                    <a:pt x="142836" y="89357"/>
                  </a:moveTo>
                  <a:lnTo>
                    <a:pt x="0" y="159143"/>
                  </a:lnTo>
                  <a:lnTo>
                    <a:pt x="0" y="0"/>
                  </a:lnTo>
                </a:path>
                <a:path w="285750" h="159385">
                  <a:moveTo>
                    <a:pt x="142836" y="89357"/>
                  </a:moveTo>
                  <a:lnTo>
                    <a:pt x="285673" y="159143"/>
                  </a:lnTo>
                  <a:lnTo>
                    <a:pt x="285673" y="0"/>
                  </a:lnTo>
                </a:path>
              </a:pathLst>
            </a:custGeom>
            <a:ln w="28003">
              <a:solidFill>
                <a:srgbClr val="5A6771"/>
              </a:solidFill>
            </a:ln>
          </p:spPr>
          <p:txBody>
            <a:bodyPr wrap="square" lIns="0" tIns="0" rIns="0" bIns="0" rtlCol="0"/>
            <a:lstStyle/>
            <a:p>
              <a:endParaRPr/>
            </a:p>
          </p:txBody>
        </p:sp>
        <p:sp>
          <p:nvSpPr>
            <p:cNvPr id="145" name="object 145"/>
            <p:cNvSpPr/>
            <p:nvPr/>
          </p:nvSpPr>
          <p:spPr>
            <a:xfrm>
              <a:off x="4023982" y="4286516"/>
              <a:ext cx="287655" cy="53340"/>
            </a:xfrm>
            <a:custGeom>
              <a:avLst/>
              <a:gdLst/>
              <a:ahLst/>
              <a:cxnLst/>
              <a:rect l="l" t="t" r="r" b="b"/>
              <a:pathLst>
                <a:path w="287654" h="53339">
                  <a:moveTo>
                    <a:pt x="52844" y="26428"/>
                  </a:moveTo>
                  <a:lnTo>
                    <a:pt x="50761" y="16141"/>
                  </a:lnTo>
                  <a:lnTo>
                    <a:pt x="45097" y="7734"/>
                  </a:lnTo>
                  <a:lnTo>
                    <a:pt x="36690" y="2070"/>
                  </a:lnTo>
                  <a:lnTo>
                    <a:pt x="26416" y="0"/>
                  </a:lnTo>
                  <a:lnTo>
                    <a:pt x="16129" y="2070"/>
                  </a:lnTo>
                  <a:lnTo>
                    <a:pt x="7734" y="7734"/>
                  </a:lnTo>
                  <a:lnTo>
                    <a:pt x="2070" y="16141"/>
                  </a:lnTo>
                  <a:lnTo>
                    <a:pt x="0" y="26428"/>
                  </a:lnTo>
                  <a:lnTo>
                    <a:pt x="2070" y="36703"/>
                  </a:lnTo>
                  <a:lnTo>
                    <a:pt x="7734" y="45110"/>
                  </a:lnTo>
                  <a:lnTo>
                    <a:pt x="16129" y="50774"/>
                  </a:lnTo>
                  <a:lnTo>
                    <a:pt x="26416" y="52857"/>
                  </a:lnTo>
                  <a:lnTo>
                    <a:pt x="36690" y="50774"/>
                  </a:lnTo>
                  <a:lnTo>
                    <a:pt x="45097" y="45110"/>
                  </a:lnTo>
                  <a:lnTo>
                    <a:pt x="50761" y="36703"/>
                  </a:lnTo>
                  <a:lnTo>
                    <a:pt x="52844" y="26428"/>
                  </a:lnTo>
                  <a:close/>
                </a:path>
                <a:path w="287654" h="53339">
                  <a:moveTo>
                    <a:pt x="287083" y="26428"/>
                  </a:moveTo>
                  <a:lnTo>
                    <a:pt x="285000" y="16141"/>
                  </a:lnTo>
                  <a:lnTo>
                    <a:pt x="279336" y="7734"/>
                  </a:lnTo>
                  <a:lnTo>
                    <a:pt x="270941" y="2070"/>
                  </a:lnTo>
                  <a:lnTo>
                    <a:pt x="260654" y="0"/>
                  </a:lnTo>
                  <a:lnTo>
                    <a:pt x="250367" y="2070"/>
                  </a:lnTo>
                  <a:lnTo>
                    <a:pt x="241973" y="7734"/>
                  </a:lnTo>
                  <a:lnTo>
                    <a:pt x="236308" y="16141"/>
                  </a:lnTo>
                  <a:lnTo>
                    <a:pt x="234238" y="26428"/>
                  </a:lnTo>
                  <a:lnTo>
                    <a:pt x="236308" y="36703"/>
                  </a:lnTo>
                  <a:lnTo>
                    <a:pt x="241973" y="45110"/>
                  </a:lnTo>
                  <a:lnTo>
                    <a:pt x="250367" y="50774"/>
                  </a:lnTo>
                  <a:lnTo>
                    <a:pt x="260654" y="52857"/>
                  </a:lnTo>
                  <a:lnTo>
                    <a:pt x="270941" y="50774"/>
                  </a:lnTo>
                  <a:lnTo>
                    <a:pt x="279336" y="45110"/>
                  </a:lnTo>
                  <a:lnTo>
                    <a:pt x="285000" y="36703"/>
                  </a:lnTo>
                  <a:lnTo>
                    <a:pt x="287083" y="26428"/>
                  </a:lnTo>
                  <a:close/>
                </a:path>
              </a:pathLst>
            </a:custGeom>
            <a:solidFill>
              <a:srgbClr val="5A6771"/>
            </a:solidFill>
          </p:spPr>
          <p:txBody>
            <a:bodyPr wrap="square" lIns="0" tIns="0" rIns="0" bIns="0" rtlCol="0"/>
            <a:lstStyle/>
            <a:p>
              <a:endParaRPr/>
            </a:p>
          </p:txBody>
        </p:sp>
        <p:pic>
          <p:nvPicPr>
            <p:cNvPr id="146" name="object 146"/>
            <p:cNvPicPr/>
            <p:nvPr/>
          </p:nvPicPr>
          <p:blipFill>
            <a:blip r:embed="rId14" cstate="print"/>
            <a:stretch>
              <a:fillRect/>
            </a:stretch>
          </p:blipFill>
          <p:spPr>
            <a:xfrm>
              <a:off x="4125178" y="4295206"/>
              <a:ext cx="84696" cy="128270"/>
            </a:xfrm>
            <a:prstGeom prst="rect">
              <a:avLst/>
            </a:prstGeom>
          </p:spPr>
        </p:pic>
        <p:pic>
          <p:nvPicPr>
            <p:cNvPr id="147" name="object 147"/>
            <p:cNvPicPr/>
            <p:nvPr/>
          </p:nvPicPr>
          <p:blipFill>
            <a:blip r:embed="rId15" cstate="print"/>
            <a:stretch>
              <a:fillRect/>
            </a:stretch>
          </p:blipFill>
          <p:spPr>
            <a:xfrm>
              <a:off x="4075950" y="4443646"/>
              <a:ext cx="183146" cy="136817"/>
            </a:xfrm>
            <a:prstGeom prst="rect">
              <a:avLst/>
            </a:prstGeom>
          </p:spPr>
        </p:pic>
      </p:grpSp>
      <p:grpSp>
        <p:nvGrpSpPr>
          <p:cNvPr id="148" name="object 148"/>
          <p:cNvGrpSpPr/>
          <p:nvPr/>
        </p:nvGrpSpPr>
        <p:grpSpPr>
          <a:xfrm>
            <a:off x="5677199" y="3741006"/>
            <a:ext cx="1163320" cy="1243330"/>
            <a:chOff x="5677199" y="3741006"/>
            <a:chExt cx="1163320" cy="1243330"/>
          </a:xfrm>
        </p:grpSpPr>
        <p:sp>
          <p:nvSpPr>
            <p:cNvPr id="149" name="object 149"/>
            <p:cNvSpPr/>
            <p:nvPr/>
          </p:nvSpPr>
          <p:spPr>
            <a:xfrm>
              <a:off x="5677199" y="3741006"/>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50" name="object 150"/>
            <p:cNvSpPr/>
            <p:nvPr/>
          </p:nvSpPr>
          <p:spPr>
            <a:xfrm>
              <a:off x="5915438" y="3853402"/>
              <a:ext cx="676910" cy="1113155"/>
            </a:xfrm>
            <a:custGeom>
              <a:avLst/>
              <a:gdLst/>
              <a:ahLst/>
              <a:cxnLst/>
              <a:rect l="l" t="t" r="r" b="b"/>
              <a:pathLst>
                <a:path w="676909" h="1113154">
                  <a:moveTo>
                    <a:pt x="406958" y="0"/>
                  </a:moveTo>
                  <a:lnTo>
                    <a:pt x="362880" y="4448"/>
                  </a:lnTo>
                  <a:lnTo>
                    <a:pt x="321035" y="17341"/>
                  </a:lnTo>
                  <a:lnTo>
                    <a:pt x="282615" y="38001"/>
                  </a:lnTo>
                  <a:lnTo>
                    <a:pt x="248811" y="65750"/>
                  </a:lnTo>
                  <a:lnTo>
                    <a:pt x="220814" y="99910"/>
                  </a:lnTo>
                  <a:lnTo>
                    <a:pt x="210950" y="97206"/>
                  </a:lnTo>
                  <a:lnTo>
                    <a:pt x="200901" y="95269"/>
                  </a:lnTo>
                  <a:lnTo>
                    <a:pt x="190689" y="94103"/>
                  </a:lnTo>
                  <a:lnTo>
                    <a:pt x="180339" y="93713"/>
                  </a:lnTo>
                  <a:lnTo>
                    <a:pt x="137944" y="100568"/>
                  </a:lnTo>
                  <a:lnTo>
                    <a:pt x="101093" y="119649"/>
                  </a:lnTo>
                  <a:lnTo>
                    <a:pt x="72012" y="148728"/>
                  </a:lnTo>
                  <a:lnTo>
                    <a:pt x="52931" y="185575"/>
                  </a:lnTo>
                  <a:lnTo>
                    <a:pt x="46075" y="227964"/>
                  </a:lnTo>
                  <a:lnTo>
                    <a:pt x="46075" y="398525"/>
                  </a:lnTo>
                  <a:lnTo>
                    <a:pt x="46697" y="400507"/>
                  </a:lnTo>
                  <a:lnTo>
                    <a:pt x="30869" y="412064"/>
                  </a:lnTo>
                  <a:lnTo>
                    <a:pt x="18594" y="427315"/>
                  </a:lnTo>
                  <a:lnTo>
                    <a:pt x="10655" y="445478"/>
                  </a:lnTo>
                  <a:lnTo>
                    <a:pt x="7835" y="465772"/>
                  </a:lnTo>
                  <a:lnTo>
                    <a:pt x="13680" y="494641"/>
                  </a:lnTo>
                  <a:lnTo>
                    <a:pt x="29608" y="518244"/>
                  </a:lnTo>
                  <a:lnTo>
                    <a:pt x="53211" y="534172"/>
                  </a:lnTo>
                  <a:lnTo>
                    <a:pt x="82080" y="540016"/>
                  </a:lnTo>
                  <a:lnTo>
                    <a:pt x="83845" y="540016"/>
                  </a:lnTo>
                  <a:lnTo>
                    <a:pt x="83845" y="607085"/>
                  </a:lnTo>
                  <a:lnTo>
                    <a:pt x="90736" y="656248"/>
                  </a:lnTo>
                  <a:lnTo>
                    <a:pt x="110125" y="700169"/>
                  </a:lnTo>
                  <a:lnTo>
                    <a:pt x="140080" y="736930"/>
                  </a:lnTo>
                  <a:lnTo>
                    <a:pt x="178674" y="764614"/>
                  </a:lnTo>
                  <a:lnTo>
                    <a:pt x="223977" y="781303"/>
                  </a:lnTo>
                  <a:lnTo>
                    <a:pt x="181302" y="800092"/>
                  </a:lnTo>
                  <a:lnTo>
                    <a:pt x="142126" y="824266"/>
                  </a:lnTo>
                  <a:lnTo>
                    <a:pt x="106856" y="853291"/>
                  </a:lnTo>
                  <a:lnTo>
                    <a:pt x="75898" y="886633"/>
                  </a:lnTo>
                  <a:lnTo>
                    <a:pt x="49658" y="923757"/>
                  </a:lnTo>
                  <a:lnTo>
                    <a:pt x="28542" y="964129"/>
                  </a:lnTo>
                  <a:lnTo>
                    <a:pt x="12956" y="1007214"/>
                  </a:lnTo>
                  <a:lnTo>
                    <a:pt x="3306" y="1052479"/>
                  </a:lnTo>
                  <a:lnTo>
                    <a:pt x="0" y="1099388"/>
                  </a:lnTo>
                  <a:lnTo>
                    <a:pt x="0" y="1106931"/>
                  </a:lnTo>
                  <a:lnTo>
                    <a:pt x="6108" y="1113040"/>
                  </a:lnTo>
                  <a:lnTo>
                    <a:pt x="670242" y="1113040"/>
                  </a:lnTo>
                  <a:lnTo>
                    <a:pt x="676351" y="1106931"/>
                  </a:lnTo>
                  <a:lnTo>
                    <a:pt x="676351" y="1099388"/>
                  </a:lnTo>
                  <a:lnTo>
                    <a:pt x="673044" y="1052479"/>
                  </a:lnTo>
                  <a:lnTo>
                    <a:pt x="663393" y="1007214"/>
                  </a:lnTo>
                  <a:lnTo>
                    <a:pt x="647805" y="964129"/>
                  </a:lnTo>
                  <a:lnTo>
                    <a:pt x="626687" y="923757"/>
                  </a:lnTo>
                  <a:lnTo>
                    <a:pt x="600445" y="886633"/>
                  </a:lnTo>
                  <a:lnTo>
                    <a:pt x="569484" y="853291"/>
                  </a:lnTo>
                  <a:lnTo>
                    <a:pt x="534213" y="824266"/>
                  </a:lnTo>
                  <a:lnTo>
                    <a:pt x="495036" y="800092"/>
                  </a:lnTo>
                  <a:lnTo>
                    <a:pt x="452361" y="781303"/>
                  </a:lnTo>
                  <a:lnTo>
                    <a:pt x="497669" y="764614"/>
                  </a:lnTo>
                  <a:lnTo>
                    <a:pt x="536267" y="736930"/>
                  </a:lnTo>
                  <a:lnTo>
                    <a:pt x="566225" y="700169"/>
                  </a:lnTo>
                  <a:lnTo>
                    <a:pt x="585614" y="656248"/>
                  </a:lnTo>
                  <a:lnTo>
                    <a:pt x="592505" y="607085"/>
                  </a:lnTo>
                  <a:lnTo>
                    <a:pt x="592505" y="541439"/>
                  </a:lnTo>
                  <a:lnTo>
                    <a:pt x="598601" y="541439"/>
                  </a:lnTo>
                  <a:lnTo>
                    <a:pt x="627468" y="535594"/>
                  </a:lnTo>
                  <a:lnTo>
                    <a:pt x="651067" y="519664"/>
                  </a:lnTo>
                  <a:lnTo>
                    <a:pt x="666990" y="496058"/>
                  </a:lnTo>
                  <a:lnTo>
                    <a:pt x="672833" y="467182"/>
                  </a:lnTo>
                  <a:lnTo>
                    <a:pt x="670098" y="447211"/>
                  </a:lnTo>
                  <a:lnTo>
                    <a:pt x="662393" y="429299"/>
                  </a:lnTo>
                  <a:lnTo>
                    <a:pt x="650469" y="414180"/>
                  </a:lnTo>
                  <a:lnTo>
                    <a:pt x="635076" y="402589"/>
                  </a:lnTo>
                  <a:lnTo>
                    <a:pt x="635076" y="258978"/>
                  </a:lnTo>
                  <a:lnTo>
                    <a:pt x="661697" y="212831"/>
                  </a:lnTo>
                  <a:lnTo>
                    <a:pt x="668693" y="191681"/>
                  </a:lnTo>
                  <a:lnTo>
                    <a:pt x="667867" y="187248"/>
                  </a:lnTo>
                  <a:lnTo>
                    <a:pt x="662711" y="180403"/>
                  </a:lnTo>
                  <a:lnTo>
                    <a:pt x="658672" y="178396"/>
                  </a:lnTo>
                  <a:lnTo>
                    <a:pt x="625741" y="178409"/>
                  </a:lnTo>
                  <a:lnTo>
                    <a:pt x="609584" y="129603"/>
                  </a:lnTo>
                  <a:lnTo>
                    <a:pt x="583182" y="86598"/>
                  </a:lnTo>
                  <a:lnTo>
                    <a:pt x="548125" y="50766"/>
                  </a:lnTo>
                  <a:lnTo>
                    <a:pt x="506007" y="23476"/>
                  </a:lnTo>
                  <a:lnTo>
                    <a:pt x="458421" y="6097"/>
                  </a:lnTo>
                  <a:lnTo>
                    <a:pt x="406958" y="0"/>
                  </a:lnTo>
                  <a:close/>
                </a:path>
              </a:pathLst>
            </a:custGeom>
            <a:solidFill>
              <a:srgbClr val="FFFFFF"/>
            </a:solidFill>
          </p:spPr>
          <p:txBody>
            <a:bodyPr wrap="square" lIns="0" tIns="0" rIns="0" bIns="0" rtlCol="0"/>
            <a:lstStyle/>
            <a:p>
              <a:endParaRPr/>
            </a:p>
          </p:txBody>
        </p:sp>
        <p:sp>
          <p:nvSpPr>
            <p:cNvPr id="151" name="object 151"/>
            <p:cNvSpPr/>
            <p:nvPr/>
          </p:nvSpPr>
          <p:spPr>
            <a:xfrm>
              <a:off x="5920572" y="4648132"/>
              <a:ext cx="669925" cy="321945"/>
            </a:xfrm>
            <a:custGeom>
              <a:avLst/>
              <a:gdLst/>
              <a:ahLst/>
              <a:cxnLst/>
              <a:rect l="l" t="t" r="r" b="b"/>
              <a:pathLst>
                <a:path w="669925" h="321945">
                  <a:moveTo>
                    <a:pt x="427088" y="0"/>
                  </a:moveTo>
                  <a:lnTo>
                    <a:pt x="242265" y="0"/>
                  </a:lnTo>
                  <a:lnTo>
                    <a:pt x="197116" y="16567"/>
                  </a:lnTo>
                  <a:lnTo>
                    <a:pt x="155279" y="39169"/>
                  </a:lnTo>
                  <a:lnTo>
                    <a:pt x="117287" y="67273"/>
                  </a:lnTo>
                  <a:lnTo>
                    <a:pt x="83675" y="100348"/>
                  </a:lnTo>
                  <a:lnTo>
                    <a:pt x="54976" y="137860"/>
                  </a:lnTo>
                  <a:lnTo>
                    <a:pt x="31725" y="179279"/>
                  </a:lnTo>
                  <a:lnTo>
                    <a:pt x="14456" y="224072"/>
                  </a:lnTo>
                  <a:lnTo>
                    <a:pt x="3703" y="271707"/>
                  </a:lnTo>
                  <a:lnTo>
                    <a:pt x="0" y="321652"/>
                  </a:lnTo>
                  <a:lnTo>
                    <a:pt x="669366" y="321652"/>
                  </a:lnTo>
                  <a:lnTo>
                    <a:pt x="665662" y="271707"/>
                  </a:lnTo>
                  <a:lnTo>
                    <a:pt x="654908" y="224072"/>
                  </a:lnTo>
                  <a:lnTo>
                    <a:pt x="637637" y="179279"/>
                  </a:lnTo>
                  <a:lnTo>
                    <a:pt x="614384" y="137860"/>
                  </a:lnTo>
                  <a:lnTo>
                    <a:pt x="585683" y="100348"/>
                  </a:lnTo>
                  <a:lnTo>
                    <a:pt x="552069" y="67273"/>
                  </a:lnTo>
                  <a:lnTo>
                    <a:pt x="514075" y="39169"/>
                  </a:lnTo>
                  <a:lnTo>
                    <a:pt x="472237" y="16567"/>
                  </a:lnTo>
                  <a:lnTo>
                    <a:pt x="427088" y="0"/>
                  </a:lnTo>
                  <a:close/>
                </a:path>
              </a:pathLst>
            </a:custGeom>
            <a:solidFill>
              <a:srgbClr val="FFFFFF"/>
            </a:solidFill>
          </p:spPr>
          <p:txBody>
            <a:bodyPr wrap="square" lIns="0" tIns="0" rIns="0" bIns="0" rtlCol="0"/>
            <a:lstStyle/>
            <a:p>
              <a:endParaRPr/>
            </a:p>
          </p:txBody>
        </p:sp>
        <p:sp>
          <p:nvSpPr>
            <p:cNvPr id="152" name="object 152"/>
            <p:cNvSpPr/>
            <p:nvPr/>
          </p:nvSpPr>
          <p:spPr>
            <a:xfrm>
              <a:off x="5920572" y="4648132"/>
              <a:ext cx="669925" cy="321945"/>
            </a:xfrm>
            <a:custGeom>
              <a:avLst/>
              <a:gdLst/>
              <a:ahLst/>
              <a:cxnLst/>
              <a:rect l="l" t="t" r="r" b="b"/>
              <a:pathLst>
                <a:path w="669925" h="321945">
                  <a:moveTo>
                    <a:pt x="242265" y="0"/>
                  </a:moveTo>
                  <a:lnTo>
                    <a:pt x="197116" y="16567"/>
                  </a:lnTo>
                  <a:lnTo>
                    <a:pt x="155279" y="39169"/>
                  </a:lnTo>
                  <a:lnTo>
                    <a:pt x="117287" y="67273"/>
                  </a:lnTo>
                  <a:lnTo>
                    <a:pt x="83675" y="100348"/>
                  </a:lnTo>
                  <a:lnTo>
                    <a:pt x="54976" y="137860"/>
                  </a:lnTo>
                  <a:lnTo>
                    <a:pt x="31725" y="179279"/>
                  </a:lnTo>
                  <a:lnTo>
                    <a:pt x="14456" y="224072"/>
                  </a:lnTo>
                  <a:lnTo>
                    <a:pt x="3703" y="271707"/>
                  </a:lnTo>
                  <a:lnTo>
                    <a:pt x="0" y="321652"/>
                  </a:lnTo>
                  <a:lnTo>
                    <a:pt x="242265" y="321652"/>
                  </a:lnTo>
                  <a:lnTo>
                    <a:pt x="433895" y="321652"/>
                  </a:lnTo>
                  <a:lnTo>
                    <a:pt x="669366" y="321652"/>
                  </a:lnTo>
                  <a:lnTo>
                    <a:pt x="665662" y="271707"/>
                  </a:lnTo>
                  <a:lnTo>
                    <a:pt x="654908" y="224072"/>
                  </a:lnTo>
                  <a:lnTo>
                    <a:pt x="637637" y="179279"/>
                  </a:lnTo>
                  <a:lnTo>
                    <a:pt x="614384" y="137860"/>
                  </a:lnTo>
                  <a:lnTo>
                    <a:pt x="585683" y="100348"/>
                  </a:lnTo>
                  <a:lnTo>
                    <a:pt x="552069" y="67273"/>
                  </a:lnTo>
                  <a:lnTo>
                    <a:pt x="514075" y="39169"/>
                  </a:lnTo>
                  <a:lnTo>
                    <a:pt x="472237" y="16567"/>
                  </a:lnTo>
                  <a:lnTo>
                    <a:pt x="427088" y="0"/>
                  </a:lnTo>
                </a:path>
              </a:pathLst>
            </a:custGeom>
            <a:ln w="28155">
              <a:solidFill>
                <a:srgbClr val="5A6771"/>
              </a:solidFill>
            </a:ln>
          </p:spPr>
          <p:txBody>
            <a:bodyPr wrap="square" lIns="0" tIns="0" rIns="0" bIns="0" rtlCol="0"/>
            <a:lstStyle/>
            <a:p>
              <a:endParaRPr/>
            </a:p>
          </p:txBody>
        </p:sp>
        <p:pic>
          <p:nvPicPr>
            <p:cNvPr id="153" name="object 153"/>
            <p:cNvPicPr/>
            <p:nvPr/>
          </p:nvPicPr>
          <p:blipFill>
            <a:blip r:embed="rId16" cstate="print"/>
            <a:stretch>
              <a:fillRect/>
            </a:stretch>
          </p:blipFill>
          <p:spPr>
            <a:xfrm>
              <a:off x="5914572" y="4239761"/>
              <a:ext cx="106057" cy="153136"/>
            </a:xfrm>
            <a:prstGeom prst="rect">
              <a:avLst/>
            </a:prstGeom>
          </p:spPr>
        </p:pic>
        <p:pic>
          <p:nvPicPr>
            <p:cNvPr id="154" name="object 154"/>
            <p:cNvPicPr/>
            <p:nvPr/>
          </p:nvPicPr>
          <p:blipFill>
            <a:blip r:embed="rId17" cstate="print"/>
            <a:stretch>
              <a:fillRect/>
            </a:stretch>
          </p:blipFill>
          <p:spPr>
            <a:xfrm>
              <a:off x="6494344" y="4241227"/>
              <a:ext cx="106057" cy="153136"/>
            </a:xfrm>
            <a:prstGeom prst="rect">
              <a:avLst/>
            </a:prstGeom>
          </p:spPr>
        </p:pic>
        <p:pic>
          <p:nvPicPr>
            <p:cNvPr id="155" name="object 155"/>
            <p:cNvPicPr/>
            <p:nvPr/>
          </p:nvPicPr>
          <p:blipFill>
            <a:blip r:embed="rId18" cstate="print"/>
            <a:stretch>
              <a:fillRect/>
            </a:stretch>
          </p:blipFill>
          <p:spPr>
            <a:xfrm>
              <a:off x="6148764" y="4625690"/>
              <a:ext cx="212978" cy="142354"/>
            </a:xfrm>
            <a:prstGeom prst="rect">
              <a:avLst/>
            </a:prstGeom>
          </p:spPr>
        </p:pic>
        <p:sp>
          <p:nvSpPr>
            <p:cNvPr id="156" name="object 156"/>
            <p:cNvSpPr/>
            <p:nvPr/>
          </p:nvSpPr>
          <p:spPr>
            <a:xfrm>
              <a:off x="6112446" y="4290072"/>
              <a:ext cx="285750" cy="52705"/>
            </a:xfrm>
            <a:custGeom>
              <a:avLst/>
              <a:gdLst/>
              <a:ahLst/>
              <a:cxnLst/>
              <a:rect l="l" t="t" r="r" b="b"/>
              <a:pathLst>
                <a:path w="285750" h="52704">
                  <a:moveTo>
                    <a:pt x="52578" y="26289"/>
                  </a:moveTo>
                  <a:lnTo>
                    <a:pt x="50507" y="16052"/>
                  </a:lnTo>
                  <a:lnTo>
                    <a:pt x="44881" y="7696"/>
                  </a:lnTo>
                  <a:lnTo>
                    <a:pt x="36525" y="2070"/>
                  </a:lnTo>
                  <a:lnTo>
                    <a:pt x="26289" y="0"/>
                  </a:lnTo>
                  <a:lnTo>
                    <a:pt x="16052" y="2070"/>
                  </a:lnTo>
                  <a:lnTo>
                    <a:pt x="7696" y="7696"/>
                  </a:lnTo>
                  <a:lnTo>
                    <a:pt x="2070" y="16052"/>
                  </a:lnTo>
                  <a:lnTo>
                    <a:pt x="0" y="26289"/>
                  </a:lnTo>
                  <a:lnTo>
                    <a:pt x="2070" y="36525"/>
                  </a:lnTo>
                  <a:lnTo>
                    <a:pt x="7696" y="44881"/>
                  </a:lnTo>
                  <a:lnTo>
                    <a:pt x="16052" y="50507"/>
                  </a:lnTo>
                  <a:lnTo>
                    <a:pt x="26289" y="52578"/>
                  </a:lnTo>
                  <a:lnTo>
                    <a:pt x="36525" y="50507"/>
                  </a:lnTo>
                  <a:lnTo>
                    <a:pt x="44881" y="44881"/>
                  </a:lnTo>
                  <a:lnTo>
                    <a:pt x="50507" y="36525"/>
                  </a:lnTo>
                  <a:lnTo>
                    <a:pt x="52578" y="26289"/>
                  </a:lnTo>
                  <a:close/>
                </a:path>
                <a:path w="285750" h="52704">
                  <a:moveTo>
                    <a:pt x="285597" y="26289"/>
                  </a:moveTo>
                  <a:lnTo>
                    <a:pt x="283527" y="16052"/>
                  </a:lnTo>
                  <a:lnTo>
                    <a:pt x="277901" y="7696"/>
                  </a:lnTo>
                  <a:lnTo>
                    <a:pt x="269544" y="2070"/>
                  </a:lnTo>
                  <a:lnTo>
                    <a:pt x="259308" y="0"/>
                  </a:lnTo>
                  <a:lnTo>
                    <a:pt x="249072" y="2070"/>
                  </a:lnTo>
                  <a:lnTo>
                    <a:pt x="240715" y="7696"/>
                  </a:lnTo>
                  <a:lnTo>
                    <a:pt x="235089" y="16052"/>
                  </a:lnTo>
                  <a:lnTo>
                    <a:pt x="233019" y="26289"/>
                  </a:lnTo>
                  <a:lnTo>
                    <a:pt x="235089" y="36525"/>
                  </a:lnTo>
                  <a:lnTo>
                    <a:pt x="240715" y="44881"/>
                  </a:lnTo>
                  <a:lnTo>
                    <a:pt x="249072" y="50507"/>
                  </a:lnTo>
                  <a:lnTo>
                    <a:pt x="259308" y="52578"/>
                  </a:lnTo>
                  <a:lnTo>
                    <a:pt x="269544" y="50507"/>
                  </a:lnTo>
                  <a:lnTo>
                    <a:pt x="277901" y="44881"/>
                  </a:lnTo>
                  <a:lnTo>
                    <a:pt x="283527" y="36525"/>
                  </a:lnTo>
                  <a:lnTo>
                    <a:pt x="285597" y="26289"/>
                  </a:lnTo>
                  <a:close/>
                </a:path>
              </a:pathLst>
            </a:custGeom>
            <a:solidFill>
              <a:srgbClr val="5A6771"/>
            </a:solidFill>
          </p:spPr>
          <p:txBody>
            <a:bodyPr wrap="square" lIns="0" tIns="0" rIns="0" bIns="0" rtlCol="0"/>
            <a:lstStyle/>
            <a:p>
              <a:endParaRPr/>
            </a:p>
          </p:txBody>
        </p:sp>
        <p:pic>
          <p:nvPicPr>
            <p:cNvPr id="157" name="object 157"/>
            <p:cNvPicPr/>
            <p:nvPr/>
          </p:nvPicPr>
          <p:blipFill>
            <a:blip r:embed="rId19" cstate="print"/>
            <a:stretch>
              <a:fillRect/>
            </a:stretch>
          </p:blipFill>
          <p:spPr>
            <a:xfrm>
              <a:off x="6184410" y="4306659"/>
              <a:ext cx="141681" cy="247632"/>
            </a:xfrm>
            <a:prstGeom prst="rect">
              <a:avLst/>
            </a:prstGeom>
          </p:spPr>
        </p:pic>
        <p:sp>
          <p:nvSpPr>
            <p:cNvPr id="158" name="object 158"/>
            <p:cNvSpPr/>
            <p:nvPr/>
          </p:nvSpPr>
          <p:spPr>
            <a:xfrm>
              <a:off x="5968090" y="3850063"/>
              <a:ext cx="613410" cy="782320"/>
            </a:xfrm>
            <a:custGeom>
              <a:avLst/>
              <a:gdLst/>
              <a:ahLst/>
              <a:cxnLst/>
              <a:rect l="l" t="t" r="r" b="b"/>
              <a:pathLst>
                <a:path w="613409" h="782320">
                  <a:moveTo>
                    <a:pt x="0" y="395795"/>
                  </a:moveTo>
                  <a:lnTo>
                    <a:pt x="0" y="221030"/>
                  </a:lnTo>
                  <a:lnTo>
                    <a:pt x="9774" y="172608"/>
                  </a:lnTo>
                  <a:lnTo>
                    <a:pt x="36431" y="133067"/>
                  </a:lnTo>
                  <a:lnTo>
                    <a:pt x="75968" y="106409"/>
                  </a:lnTo>
                  <a:lnTo>
                    <a:pt x="124383" y="96634"/>
                  </a:lnTo>
                  <a:lnTo>
                    <a:pt x="137106" y="97276"/>
                  </a:lnTo>
                  <a:lnTo>
                    <a:pt x="149458" y="99161"/>
                  </a:lnTo>
                  <a:lnTo>
                    <a:pt x="161379" y="102227"/>
                  </a:lnTo>
                  <a:lnTo>
                    <a:pt x="172808" y="106413"/>
                  </a:lnTo>
                  <a:lnTo>
                    <a:pt x="172059" y="105968"/>
                  </a:lnTo>
                  <a:lnTo>
                    <a:pt x="198279" y="70583"/>
                  </a:lnTo>
                  <a:lnTo>
                    <a:pt x="231030" y="41257"/>
                  </a:lnTo>
                  <a:lnTo>
                    <a:pt x="269275" y="19027"/>
                  </a:lnTo>
                  <a:lnTo>
                    <a:pt x="311978" y="4929"/>
                  </a:lnTo>
                  <a:lnTo>
                    <a:pt x="358101" y="0"/>
                  </a:lnTo>
                  <a:lnTo>
                    <a:pt x="403280" y="4727"/>
                  </a:lnTo>
                  <a:lnTo>
                    <a:pt x="445203" y="18260"/>
                  </a:lnTo>
                  <a:lnTo>
                    <a:pt x="482897" y="39627"/>
                  </a:lnTo>
                  <a:lnTo>
                    <a:pt x="515389" y="67855"/>
                  </a:lnTo>
                  <a:lnTo>
                    <a:pt x="541708" y="101973"/>
                  </a:lnTo>
                  <a:lnTo>
                    <a:pt x="560880" y="141006"/>
                  </a:lnTo>
                  <a:lnTo>
                    <a:pt x="571931" y="183984"/>
                  </a:lnTo>
                  <a:lnTo>
                    <a:pt x="613270" y="183984"/>
                  </a:lnTo>
                  <a:lnTo>
                    <a:pt x="591633" y="231234"/>
                  </a:lnTo>
                  <a:lnTo>
                    <a:pt x="558012" y="269788"/>
                  </a:lnTo>
                  <a:lnTo>
                    <a:pt x="515338" y="298609"/>
                  </a:lnTo>
                  <a:lnTo>
                    <a:pt x="466542" y="316662"/>
                  </a:lnTo>
                  <a:lnTo>
                    <a:pt x="414553" y="322910"/>
                  </a:lnTo>
                  <a:lnTo>
                    <a:pt x="362165" y="316574"/>
                  </a:lnTo>
                  <a:lnTo>
                    <a:pt x="314369" y="298577"/>
                  </a:lnTo>
                  <a:lnTo>
                    <a:pt x="272680" y="270432"/>
                  </a:lnTo>
                  <a:lnTo>
                    <a:pt x="238615" y="233656"/>
                  </a:lnTo>
                  <a:lnTo>
                    <a:pt x="213690" y="189763"/>
                  </a:lnTo>
                  <a:lnTo>
                    <a:pt x="209664" y="189649"/>
                  </a:lnTo>
                  <a:lnTo>
                    <a:pt x="204190" y="189649"/>
                  </a:lnTo>
                  <a:lnTo>
                    <a:pt x="160262" y="195552"/>
                  </a:lnTo>
                  <a:lnTo>
                    <a:pt x="120789" y="212211"/>
                  </a:lnTo>
                  <a:lnTo>
                    <a:pt x="87347" y="238050"/>
                  </a:lnTo>
                  <a:lnTo>
                    <a:pt x="61510" y="271493"/>
                  </a:lnTo>
                  <a:lnTo>
                    <a:pt x="44853" y="310964"/>
                  </a:lnTo>
                  <a:lnTo>
                    <a:pt x="38950" y="354888"/>
                  </a:lnTo>
                  <a:lnTo>
                    <a:pt x="38950" y="612013"/>
                  </a:lnTo>
                  <a:lnTo>
                    <a:pt x="45022" y="657195"/>
                  </a:lnTo>
                  <a:lnTo>
                    <a:pt x="62156" y="697795"/>
                  </a:lnTo>
                  <a:lnTo>
                    <a:pt x="88733" y="732194"/>
                  </a:lnTo>
                  <a:lnTo>
                    <a:pt x="123132" y="758771"/>
                  </a:lnTo>
                  <a:lnTo>
                    <a:pt x="163732" y="775905"/>
                  </a:lnTo>
                  <a:lnTo>
                    <a:pt x="208915" y="781977"/>
                  </a:lnTo>
                  <a:lnTo>
                    <a:pt x="365404" y="781977"/>
                  </a:lnTo>
                  <a:lnTo>
                    <a:pt x="410591" y="775905"/>
                  </a:lnTo>
                  <a:lnTo>
                    <a:pt x="451192" y="758771"/>
                  </a:lnTo>
                  <a:lnTo>
                    <a:pt x="485590" y="732194"/>
                  </a:lnTo>
                  <a:lnTo>
                    <a:pt x="512165" y="697795"/>
                  </a:lnTo>
                  <a:lnTo>
                    <a:pt x="529297" y="657195"/>
                  </a:lnTo>
                  <a:lnTo>
                    <a:pt x="535368" y="612013"/>
                  </a:lnTo>
                  <a:lnTo>
                    <a:pt x="535368" y="354888"/>
                  </a:lnTo>
                  <a:lnTo>
                    <a:pt x="534778" y="340816"/>
                  </a:lnTo>
                  <a:lnTo>
                    <a:pt x="533039" y="327072"/>
                  </a:lnTo>
                  <a:lnTo>
                    <a:pt x="530198" y="313705"/>
                  </a:lnTo>
                  <a:lnTo>
                    <a:pt x="526300" y="300761"/>
                  </a:lnTo>
                </a:path>
              </a:pathLst>
            </a:custGeom>
            <a:ln w="28155">
              <a:solidFill>
                <a:srgbClr val="5A6771"/>
              </a:solidFill>
            </a:ln>
          </p:spPr>
          <p:txBody>
            <a:bodyPr wrap="square" lIns="0" tIns="0" rIns="0" bIns="0" rtlCol="0"/>
            <a:lstStyle/>
            <a:p>
              <a:endParaRPr/>
            </a:p>
          </p:txBody>
        </p:sp>
        <p:sp>
          <p:nvSpPr>
            <p:cNvPr id="159" name="object 159"/>
            <p:cNvSpPr/>
            <p:nvPr/>
          </p:nvSpPr>
          <p:spPr>
            <a:xfrm>
              <a:off x="6547370" y="4102798"/>
              <a:ext cx="0" cy="149225"/>
            </a:xfrm>
            <a:custGeom>
              <a:avLst/>
              <a:gdLst/>
              <a:ahLst/>
              <a:cxnLst/>
              <a:rect l="l" t="t" r="r" b="b"/>
              <a:pathLst>
                <a:path h="149225">
                  <a:moveTo>
                    <a:pt x="0" y="149123"/>
                  </a:moveTo>
                  <a:lnTo>
                    <a:pt x="0" y="0"/>
                  </a:lnTo>
                </a:path>
              </a:pathLst>
            </a:custGeom>
            <a:ln w="28155">
              <a:solidFill>
                <a:srgbClr val="5A6771"/>
              </a:solidFill>
            </a:ln>
          </p:spPr>
          <p:txBody>
            <a:bodyPr wrap="square" lIns="0" tIns="0" rIns="0" bIns="0" rtlCol="0"/>
            <a:lstStyle/>
            <a:p>
              <a:endParaRPr/>
            </a:p>
          </p:txBody>
        </p:sp>
        <p:sp>
          <p:nvSpPr>
            <p:cNvPr id="160" name="object 160"/>
            <p:cNvSpPr/>
            <p:nvPr/>
          </p:nvSpPr>
          <p:spPr>
            <a:xfrm>
              <a:off x="6094990" y="4224609"/>
              <a:ext cx="87630" cy="23495"/>
            </a:xfrm>
            <a:custGeom>
              <a:avLst/>
              <a:gdLst/>
              <a:ahLst/>
              <a:cxnLst/>
              <a:rect l="l" t="t" r="r" b="b"/>
              <a:pathLst>
                <a:path w="87629" h="23495">
                  <a:moveTo>
                    <a:pt x="87502" y="23096"/>
                  </a:moveTo>
                  <a:lnTo>
                    <a:pt x="60461" y="5975"/>
                  </a:lnTo>
                  <a:lnTo>
                    <a:pt x="42332" y="0"/>
                  </a:lnTo>
                  <a:lnTo>
                    <a:pt x="24913" y="4928"/>
                  </a:lnTo>
                  <a:lnTo>
                    <a:pt x="0" y="20518"/>
                  </a:lnTo>
                </a:path>
              </a:pathLst>
            </a:custGeom>
            <a:ln w="28155">
              <a:solidFill>
                <a:srgbClr val="5A6771"/>
              </a:solidFill>
            </a:ln>
          </p:spPr>
          <p:txBody>
            <a:bodyPr wrap="square" lIns="0" tIns="0" rIns="0" bIns="0" rtlCol="0"/>
            <a:lstStyle/>
            <a:p>
              <a:endParaRPr/>
            </a:p>
          </p:txBody>
        </p:sp>
        <p:sp>
          <p:nvSpPr>
            <p:cNvPr id="161" name="object 161"/>
            <p:cNvSpPr/>
            <p:nvPr/>
          </p:nvSpPr>
          <p:spPr>
            <a:xfrm>
              <a:off x="6328011" y="4224609"/>
              <a:ext cx="87630" cy="23495"/>
            </a:xfrm>
            <a:custGeom>
              <a:avLst/>
              <a:gdLst/>
              <a:ahLst/>
              <a:cxnLst/>
              <a:rect l="l" t="t" r="r" b="b"/>
              <a:pathLst>
                <a:path w="87629" h="23495">
                  <a:moveTo>
                    <a:pt x="0" y="23096"/>
                  </a:moveTo>
                  <a:lnTo>
                    <a:pt x="27041" y="5975"/>
                  </a:lnTo>
                  <a:lnTo>
                    <a:pt x="45170" y="0"/>
                  </a:lnTo>
                  <a:lnTo>
                    <a:pt x="62589" y="4928"/>
                  </a:lnTo>
                  <a:lnTo>
                    <a:pt x="87503" y="20518"/>
                  </a:lnTo>
                </a:path>
              </a:pathLst>
            </a:custGeom>
            <a:ln w="28155">
              <a:solidFill>
                <a:srgbClr val="5A6771"/>
              </a:solidFill>
            </a:ln>
          </p:spPr>
          <p:txBody>
            <a:bodyPr wrap="square" lIns="0" tIns="0" rIns="0" bIns="0" rtlCol="0"/>
            <a:lstStyle/>
            <a:p>
              <a:endParaRPr/>
            </a:p>
          </p:txBody>
        </p:sp>
        <p:sp>
          <p:nvSpPr>
            <p:cNvPr id="162" name="object 162"/>
            <p:cNvSpPr/>
            <p:nvPr/>
          </p:nvSpPr>
          <p:spPr>
            <a:xfrm>
              <a:off x="6347665" y="4661558"/>
              <a:ext cx="107314" cy="302895"/>
            </a:xfrm>
            <a:custGeom>
              <a:avLst/>
              <a:gdLst/>
              <a:ahLst/>
              <a:cxnLst/>
              <a:rect l="l" t="t" r="r" b="b"/>
              <a:pathLst>
                <a:path w="107314" h="302895">
                  <a:moveTo>
                    <a:pt x="0" y="0"/>
                  </a:moveTo>
                  <a:lnTo>
                    <a:pt x="0" y="302590"/>
                  </a:lnTo>
                  <a:lnTo>
                    <a:pt x="107035" y="183057"/>
                  </a:lnTo>
                  <a:lnTo>
                    <a:pt x="79171" y="155181"/>
                  </a:lnTo>
                  <a:lnTo>
                    <a:pt x="107035" y="123532"/>
                  </a:lnTo>
                  <a:lnTo>
                    <a:pt x="0" y="0"/>
                  </a:lnTo>
                  <a:close/>
                </a:path>
              </a:pathLst>
            </a:custGeom>
            <a:ln w="28155">
              <a:solidFill>
                <a:srgbClr val="5A6771"/>
              </a:solidFill>
            </a:ln>
          </p:spPr>
          <p:txBody>
            <a:bodyPr wrap="square" lIns="0" tIns="0" rIns="0" bIns="0" rtlCol="0"/>
            <a:lstStyle/>
            <a:p>
              <a:endParaRPr/>
            </a:p>
          </p:txBody>
        </p:sp>
        <p:sp>
          <p:nvSpPr>
            <p:cNvPr id="163" name="object 163"/>
            <p:cNvSpPr/>
            <p:nvPr/>
          </p:nvSpPr>
          <p:spPr>
            <a:xfrm>
              <a:off x="6055803" y="4661558"/>
              <a:ext cx="107314" cy="302895"/>
            </a:xfrm>
            <a:custGeom>
              <a:avLst/>
              <a:gdLst/>
              <a:ahLst/>
              <a:cxnLst/>
              <a:rect l="l" t="t" r="r" b="b"/>
              <a:pathLst>
                <a:path w="107314" h="302895">
                  <a:moveTo>
                    <a:pt x="107035" y="0"/>
                  </a:moveTo>
                  <a:lnTo>
                    <a:pt x="107035" y="302590"/>
                  </a:lnTo>
                  <a:lnTo>
                    <a:pt x="0" y="183057"/>
                  </a:lnTo>
                  <a:lnTo>
                    <a:pt x="27863" y="155181"/>
                  </a:lnTo>
                  <a:lnTo>
                    <a:pt x="0" y="123532"/>
                  </a:lnTo>
                  <a:lnTo>
                    <a:pt x="107035" y="0"/>
                  </a:lnTo>
                  <a:close/>
                </a:path>
              </a:pathLst>
            </a:custGeom>
            <a:ln w="28155">
              <a:solidFill>
                <a:srgbClr val="5A6771"/>
              </a:solidFill>
            </a:ln>
          </p:spPr>
          <p:txBody>
            <a:bodyPr wrap="square" lIns="0" tIns="0" rIns="0" bIns="0" rtlCol="0"/>
            <a:lstStyle/>
            <a:p>
              <a:endParaRPr/>
            </a:p>
          </p:txBody>
        </p:sp>
      </p:grpSp>
      <p:grpSp>
        <p:nvGrpSpPr>
          <p:cNvPr id="164" name="object 164"/>
          <p:cNvGrpSpPr/>
          <p:nvPr/>
        </p:nvGrpSpPr>
        <p:grpSpPr>
          <a:xfrm>
            <a:off x="7765079" y="3743203"/>
            <a:ext cx="1163320" cy="1238250"/>
            <a:chOff x="7765079" y="3743203"/>
            <a:chExt cx="1163320" cy="1238250"/>
          </a:xfrm>
        </p:grpSpPr>
        <p:sp>
          <p:nvSpPr>
            <p:cNvPr id="165" name="object 165"/>
            <p:cNvSpPr/>
            <p:nvPr/>
          </p:nvSpPr>
          <p:spPr>
            <a:xfrm>
              <a:off x="7765079" y="3743203"/>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66" name="object 166"/>
            <p:cNvSpPr/>
            <p:nvPr/>
          </p:nvSpPr>
          <p:spPr>
            <a:xfrm>
              <a:off x="8010740" y="3840270"/>
              <a:ext cx="666750" cy="1127125"/>
            </a:xfrm>
            <a:custGeom>
              <a:avLst/>
              <a:gdLst/>
              <a:ahLst/>
              <a:cxnLst/>
              <a:rect l="l" t="t" r="r" b="b"/>
              <a:pathLst>
                <a:path w="666750" h="1127125">
                  <a:moveTo>
                    <a:pt x="405980" y="0"/>
                  </a:moveTo>
                  <a:lnTo>
                    <a:pt x="359432" y="4719"/>
                  </a:lnTo>
                  <a:lnTo>
                    <a:pt x="315257" y="18397"/>
                  </a:lnTo>
                  <a:lnTo>
                    <a:pt x="274722" y="40311"/>
                  </a:lnTo>
                  <a:lnTo>
                    <a:pt x="239093" y="69738"/>
                  </a:lnTo>
                  <a:lnTo>
                    <a:pt x="209638" y="105956"/>
                  </a:lnTo>
                  <a:lnTo>
                    <a:pt x="199051" y="102968"/>
                  </a:lnTo>
                  <a:lnTo>
                    <a:pt x="188277" y="100828"/>
                  </a:lnTo>
                  <a:lnTo>
                    <a:pt x="177342" y="99541"/>
                  </a:lnTo>
                  <a:lnTo>
                    <a:pt x="166268" y="99110"/>
                  </a:lnTo>
                  <a:lnTo>
                    <a:pt x="121829" y="106298"/>
                  </a:lnTo>
                  <a:lnTo>
                    <a:pt x="83200" y="126303"/>
                  </a:lnTo>
                  <a:lnTo>
                    <a:pt x="52716" y="156789"/>
                  </a:lnTo>
                  <a:lnTo>
                    <a:pt x="32713" y="195417"/>
                  </a:lnTo>
                  <a:lnTo>
                    <a:pt x="25527" y="239852"/>
                  </a:lnTo>
                  <a:lnTo>
                    <a:pt x="25527" y="452437"/>
                  </a:lnTo>
                  <a:lnTo>
                    <a:pt x="25895" y="454164"/>
                  </a:lnTo>
                  <a:lnTo>
                    <a:pt x="26555" y="455739"/>
                  </a:lnTo>
                  <a:lnTo>
                    <a:pt x="18887" y="466099"/>
                  </a:lnTo>
                  <a:lnTo>
                    <a:pt x="13112" y="477734"/>
                  </a:lnTo>
                  <a:lnTo>
                    <a:pt x="9471" y="490424"/>
                  </a:lnTo>
                  <a:lnTo>
                    <a:pt x="8204" y="503948"/>
                  </a:lnTo>
                  <a:lnTo>
                    <a:pt x="9428" y="517256"/>
                  </a:lnTo>
                  <a:lnTo>
                    <a:pt x="12949" y="529759"/>
                  </a:lnTo>
                  <a:lnTo>
                    <a:pt x="18539" y="541251"/>
                  </a:lnTo>
                  <a:lnTo>
                    <a:pt x="25971" y="551522"/>
                  </a:lnTo>
                  <a:lnTo>
                    <a:pt x="25527" y="552957"/>
                  </a:lnTo>
                  <a:lnTo>
                    <a:pt x="25527" y="689457"/>
                  </a:lnTo>
                  <a:lnTo>
                    <a:pt x="32042" y="721647"/>
                  </a:lnTo>
                  <a:lnTo>
                    <a:pt x="49799" y="747963"/>
                  </a:lnTo>
                  <a:lnTo>
                    <a:pt x="76115" y="765720"/>
                  </a:lnTo>
                  <a:lnTo>
                    <a:pt x="108305" y="772236"/>
                  </a:lnTo>
                  <a:lnTo>
                    <a:pt x="167132" y="772236"/>
                  </a:lnTo>
                  <a:lnTo>
                    <a:pt x="177703" y="780023"/>
                  </a:lnTo>
                  <a:lnTo>
                    <a:pt x="188734" y="787177"/>
                  </a:lnTo>
                  <a:lnTo>
                    <a:pt x="200203" y="793674"/>
                  </a:lnTo>
                  <a:lnTo>
                    <a:pt x="212090" y="799490"/>
                  </a:lnTo>
                  <a:lnTo>
                    <a:pt x="205270" y="802652"/>
                  </a:lnTo>
                  <a:lnTo>
                    <a:pt x="198932" y="806602"/>
                  </a:lnTo>
                  <a:lnTo>
                    <a:pt x="193141" y="811174"/>
                  </a:lnTo>
                  <a:lnTo>
                    <a:pt x="151595" y="834277"/>
                  </a:lnTo>
                  <a:lnTo>
                    <a:pt x="114110" y="862773"/>
                  </a:lnTo>
                  <a:lnTo>
                    <a:pt x="81142" y="896059"/>
                  </a:lnTo>
                  <a:lnTo>
                    <a:pt x="53146" y="933537"/>
                  </a:lnTo>
                  <a:lnTo>
                    <a:pt x="30578" y="974605"/>
                  </a:lnTo>
                  <a:lnTo>
                    <a:pt x="13894" y="1018662"/>
                  </a:lnTo>
                  <a:lnTo>
                    <a:pt x="3549" y="1065109"/>
                  </a:lnTo>
                  <a:lnTo>
                    <a:pt x="0" y="1113345"/>
                  </a:lnTo>
                  <a:lnTo>
                    <a:pt x="0" y="1120609"/>
                  </a:lnTo>
                  <a:lnTo>
                    <a:pt x="5892" y="1126502"/>
                  </a:lnTo>
                  <a:lnTo>
                    <a:pt x="660539" y="1126502"/>
                  </a:lnTo>
                  <a:lnTo>
                    <a:pt x="666432" y="1120609"/>
                  </a:lnTo>
                  <a:lnTo>
                    <a:pt x="666432" y="1113345"/>
                  </a:lnTo>
                  <a:lnTo>
                    <a:pt x="662883" y="1065109"/>
                  </a:lnTo>
                  <a:lnTo>
                    <a:pt x="652538" y="1018662"/>
                  </a:lnTo>
                  <a:lnTo>
                    <a:pt x="635854" y="974605"/>
                  </a:lnTo>
                  <a:lnTo>
                    <a:pt x="613287" y="933537"/>
                  </a:lnTo>
                  <a:lnTo>
                    <a:pt x="585293" y="896059"/>
                  </a:lnTo>
                  <a:lnTo>
                    <a:pt x="552327" y="862773"/>
                  </a:lnTo>
                  <a:lnTo>
                    <a:pt x="514845" y="834277"/>
                  </a:lnTo>
                  <a:lnTo>
                    <a:pt x="473303" y="811174"/>
                  </a:lnTo>
                  <a:lnTo>
                    <a:pt x="467499" y="806602"/>
                  </a:lnTo>
                  <a:lnTo>
                    <a:pt x="461175" y="802652"/>
                  </a:lnTo>
                  <a:lnTo>
                    <a:pt x="454342" y="799490"/>
                  </a:lnTo>
                  <a:lnTo>
                    <a:pt x="466235" y="793674"/>
                  </a:lnTo>
                  <a:lnTo>
                    <a:pt x="477707" y="787177"/>
                  </a:lnTo>
                  <a:lnTo>
                    <a:pt x="488736" y="780023"/>
                  </a:lnTo>
                  <a:lnTo>
                    <a:pt x="499300" y="772236"/>
                  </a:lnTo>
                  <a:lnTo>
                    <a:pt x="558139" y="772236"/>
                  </a:lnTo>
                  <a:lnTo>
                    <a:pt x="590327" y="765720"/>
                  </a:lnTo>
                  <a:lnTo>
                    <a:pt x="616638" y="747963"/>
                  </a:lnTo>
                  <a:lnTo>
                    <a:pt x="634391" y="721647"/>
                  </a:lnTo>
                  <a:lnTo>
                    <a:pt x="640905" y="689457"/>
                  </a:lnTo>
                  <a:lnTo>
                    <a:pt x="640905" y="552957"/>
                  </a:lnTo>
                  <a:lnTo>
                    <a:pt x="640461" y="551522"/>
                  </a:lnTo>
                  <a:lnTo>
                    <a:pt x="647900" y="541251"/>
                  </a:lnTo>
                  <a:lnTo>
                    <a:pt x="653494" y="529759"/>
                  </a:lnTo>
                  <a:lnTo>
                    <a:pt x="657016" y="517256"/>
                  </a:lnTo>
                  <a:lnTo>
                    <a:pt x="658241" y="503948"/>
                  </a:lnTo>
                  <a:lnTo>
                    <a:pt x="656998" y="490549"/>
                  </a:lnTo>
                  <a:lnTo>
                    <a:pt x="653426" y="477966"/>
                  </a:lnTo>
                  <a:lnTo>
                    <a:pt x="647755" y="466413"/>
                  </a:lnTo>
                  <a:lnTo>
                    <a:pt x="640219" y="456107"/>
                  </a:lnTo>
                  <a:lnTo>
                    <a:pt x="640905" y="453897"/>
                  </a:lnTo>
                  <a:lnTo>
                    <a:pt x="640905" y="234924"/>
                  </a:lnTo>
                  <a:lnTo>
                    <a:pt x="636124" y="187638"/>
                  </a:lnTo>
                  <a:lnTo>
                    <a:pt x="622415" y="143567"/>
                  </a:lnTo>
                  <a:lnTo>
                    <a:pt x="600729" y="103666"/>
                  </a:lnTo>
                  <a:lnTo>
                    <a:pt x="572020" y="68884"/>
                  </a:lnTo>
                  <a:lnTo>
                    <a:pt x="537239" y="40175"/>
                  </a:lnTo>
                  <a:lnTo>
                    <a:pt x="497337" y="18490"/>
                  </a:lnTo>
                  <a:lnTo>
                    <a:pt x="453267" y="4781"/>
                  </a:lnTo>
                  <a:lnTo>
                    <a:pt x="405980" y="0"/>
                  </a:lnTo>
                  <a:close/>
                </a:path>
              </a:pathLst>
            </a:custGeom>
            <a:solidFill>
              <a:srgbClr val="FFFFFF"/>
            </a:solidFill>
          </p:spPr>
          <p:txBody>
            <a:bodyPr wrap="square" lIns="0" tIns="0" rIns="0" bIns="0" rtlCol="0"/>
            <a:lstStyle/>
            <a:p>
              <a:endParaRPr/>
            </a:p>
          </p:txBody>
        </p:sp>
        <p:sp>
          <p:nvSpPr>
            <p:cNvPr id="167" name="object 167"/>
            <p:cNvSpPr/>
            <p:nvPr/>
          </p:nvSpPr>
          <p:spPr>
            <a:xfrm>
              <a:off x="8015774" y="4652180"/>
              <a:ext cx="656590" cy="315595"/>
            </a:xfrm>
            <a:custGeom>
              <a:avLst/>
              <a:gdLst/>
              <a:ahLst/>
              <a:cxnLst/>
              <a:rect l="l" t="t" r="r" b="b"/>
              <a:pathLst>
                <a:path w="656590" h="315595">
                  <a:moveTo>
                    <a:pt x="418807" y="0"/>
                  </a:moveTo>
                  <a:lnTo>
                    <a:pt x="237566" y="0"/>
                  </a:lnTo>
                  <a:lnTo>
                    <a:pt x="193294" y="16247"/>
                  </a:lnTo>
                  <a:lnTo>
                    <a:pt x="152269" y="38411"/>
                  </a:lnTo>
                  <a:lnTo>
                    <a:pt x="115014" y="65970"/>
                  </a:lnTo>
                  <a:lnTo>
                    <a:pt x="82054" y="98403"/>
                  </a:lnTo>
                  <a:lnTo>
                    <a:pt x="53911" y="135188"/>
                  </a:lnTo>
                  <a:lnTo>
                    <a:pt x="31111" y="175803"/>
                  </a:lnTo>
                  <a:lnTo>
                    <a:pt x="14176" y="219728"/>
                  </a:lnTo>
                  <a:lnTo>
                    <a:pt x="3631" y="266439"/>
                  </a:lnTo>
                  <a:lnTo>
                    <a:pt x="0" y="315417"/>
                  </a:lnTo>
                  <a:lnTo>
                    <a:pt x="656374" y="315417"/>
                  </a:lnTo>
                  <a:lnTo>
                    <a:pt x="652742" y="266439"/>
                  </a:lnTo>
                  <a:lnTo>
                    <a:pt x="642197" y="219728"/>
                  </a:lnTo>
                  <a:lnTo>
                    <a:pt x="625262" y="175803"/>
                  </a:lnTo>
                  <a:lnTo>
                    <a:pt x="602462" y="135188"/>
                  </a:lnTo>
                  <a:lnTo>
                    <a:pt x="574319" y="98403"/>
                  </a:lnTo>
                  <a:lnTo>
                    <a:pt x="541359" y="65970"/>
                  </a:lnTo>
                  <a:lnTo>
                    <a:pt x="504104" y="38411"/>
                  </a:lnTo>
                  <a:lnTo>
                    <a:pt x="463079" y="16247"/>
                  </a:lnTo>
                  <a:lnTo>
                    <a:pt x="418807" y="0"/>
                  </a:lnTo>
                  <a:close/>
                </a:path>
              </a:pathLst>
            </a:custGeom>
            <a:solidFill>
              <a:srgbClr val="FFFFFF"/>
            </a:solidFill>
          </p:spPr>
          <p:txBody>
            <a:bodyPr wrap="square" lIns="0" tIns="0" rIns="0" bIns="0" rtlCol="0"/>
            <a:lstStyle/>
            <a:p>
              <a:endParaRPr/>
            </a:p>
          </p:txBody>
        </p:sp>
        <p:sp>
          <p:nvSpPr>
            <p:cNvPr id="168" name="object 168"/>
            <p:cNvSpPr/>
            <p:nvPr/>
          </p:nvSpPr>
          <p:spPr>
            <a:xfrm>
              <a:off x="8015774" y="4652180"/>
              <a:ext cx="656590" cy="315595"/>
            </a:xfrm>
            <a:custGeom>
              <a:avLst/>
              <a:gdLst/>
              <a:ahLst/>
              <a:cxnLst/>
              <a:rect l="l" t="t" r="r" b="b"/>
              <a:pathLst>
                <a:path w="656590" h="315595">
                  <a:moveTo>
                    <a:pt x="237566" y="0"/>
                  </a:moveTo>
                  <a:lnTo>
                    <a:pt x="193294" y="16247"/>
                  </a:lnTo>
                  <a:lnTo>
                    <a:pt x="152269" y="38411"/>
                  </a:lnTo>
                  <a:lnTo>
                    <a:pt x="115014" y="65970"/>
                  </a:lnTo>
                  <a:lnTo>
                    <a:pt x="82054" y="98403"/>
                  </a:lnTo>
                  <a:lnTo>
                    <a:pt x="53911" y="135188"/>
                  </a:lnTo>
                  <a:lnTo>
                    <a:pt x="31111" y="175803"/>
                  </a:lnTo>
                  <a:lnTo>
                    <a:pt x="14176" y="219728"/>
                  </a:lnTo>
                  <a:lnTo>
                    <a:pt x="3631" y="266439"/>
                  </a:lnTo>
                  <a:lnTo>
                    <a:pt x="0" y="315417"/>
                  </a:lnTo>
                  <a:lnTo>
                    <a:pt x="237566" y="315417"/>
                  </a:lnTo>
                  <a:lnTo>
                    <a:pt x="425475" y="315417"/>
                  </a:lnTo>
                  <a:lnTo>
                    <a:pt x="656374" y="315417"/>
                  </a:lnTo>
                  <a:lnTo>
                    <a:pt x="652742" y="266439"/>
                  </a:lnTo>
                  <a:lnTo>
                    <a:pt x="642197" y="219728"/>
                  </a:lnTo>
                  <a:lnTo>
                    <a:pt x="625262" y="175803"/>
                  </a:lnTo>
                  <a:lnTo>
                    <a:pt x="602462" y="135188"/>
                  </a:lnTo>
                  <a:lnTo>
                    <a:pt x="574319" y="98403"/>
                  </a:lnTo>
                  <a:lnTo>
                    <a:pt x="541359" y="65970"/>
                  </a:lnTo>
                  <a:lnTo>
                    <a:pt x="504104" y="38411"/>
                  </a:lnTo>
                  <a:lnTo>
                    <a:pt x="463079" y="16247"/>
                  </a:lnTo>
                  <a:lnTo>
                    <a:pt x="418807" y="0"/>
                  </a:lnTo>
                </a:path>
              </a:pathLst>
            </a:custGeom>
            <a:ln w="27000">
              <a:solidFill>
                <a:srgbClr val="5A6771"/>
              </a:solidFill>
            </a:ln>
          </p:spPr>
          <p:txBody>
            <a:bodyPr wrap="square" lIns="0" tIns="0" rIns="0" bIns="0" rtlCol="0"/>
            <a:lstStyle/>
            <a:p>
              <a:endParaRPr/>
            </a:p>
          </p:txBody>
        </p:sp>
        <p:sp>
          <p:nvSpPr>
            <p:cNvPr id="169" name="object 169"/>
            <p:cNvSpPr/>
            <p:nvPr/>
          </p:nvSpPr>
          <p:spPr>
            <a:xfrm>
              <a:off x="8041939" y="3839451"/>
              <a:ext cx="604520" cy="450850"/>
            </a:xfrm>
            <a:custGeom>
              <a:avLst/>
              <a:gdLst/>
              <a:ahLst/>
              <a:cxnLst/>
              <a:rect l="l" t="t" r="r" b="b"/>
              <a:pathLst>
                <a:path w="604520" h="450850">
                  <a:moveTo>
                    <a:pt x="604037" y="450697"/>
                  </a:moveTo>
                  <a:lnTo>
                    <a:pt x="604037" y="227406"/>
                  </a:lnTo>
                  <a:lnTo>
                    <a:pt x="599417" y="181576"/>
                  </a:lnTo>
                  <a:lnTo>
                    <a:pt x="586166" y="138890"/>
                  </a:lnTo>
                  <a:lnTo>
                    <a:pt x="565199" y="100262"/>
                  </a:lnTo>
                  <a:lnTo>
                    <a:pt x="537430" y="66606"/>
                  </a:lnTo>
                  <a:lnTo>
                    <a:pt x="503774" y="38838"/>
                  </a:lnTo>
                  <a:lnTo>
                    <a:pt x="465146" y="17871"/>
                  </a:lnTo>
                  <a:lnTo>
                    <a:pt x="422460" y="4620"/>
                  </a:lnTo>
                  <a:lnTo>
                    <a:pt x="376631" y="0"/>
                  </a:lnTo>
                  <a:lnTo>
                    <a:pt x="328093" y="5194"/>
                  </a:lnTo>
                  <a:lnTo>
                    <a:pt x="283165" y="20047"/>
                  </a:lnTo>
                  <a:lnTo>
                    <a:pt x="242934" y="43466"/>
                  </a:lnTo>
                  <a:lnTo>
                    <a:pt x="208491" y="74354"/>
                  </a:lnTo>
                  <a:lnTo>
                    <a:pt x="180924" y="111620"/>
                  </a:lnTo>
                  <a:lnTo>
                    <a:pt x="169083" y="107354"/>
                  </a:lnTo>
                  <a:lnTo>
                    <a:pt x="156746" y="104224"/>
                  </a:lnTo>
                  <a:lnTo>
                    <a:pt x="143976" y="102295"/>
                  </a:lnTo>
                  <a:lnTo>
                    <a:pt x="130835" y="101638"/>
                  </a:lnTo>
                  <a:lnTo>
                    <a:pt x="79906" y="111918"/>
                  </a:lnTo>
                  <a:lnTo>
                    <a:pt x="38319" y="139955"/>
                  </a:lnTo>
                  <a:lnTo>
                    <a:pt x="10281" y="181539"/>
                  </a:lnTo>
                  <a:lnTo>
                    <a:pt x="0" y="232460"/>
                  </a:lnTo>
                  <a:lnTo>
                    <a:pt x="0" y="448576"/>
                  </a:lnTo>
                </a:path>
              </a:pathLst>
            </a:custGeom>
            <a:ln w="27000">
              <a:solidFill>
                <a:srgbClr val="5A6771"/>
              </a:solidFill>
            </a:ln>
          </p:spPr>
          <p:txBody>
            <a:bodyPr wrap="square" lIns="0" tIns="0" rIns="0" bIns="0" rtlCol="0"/>
            <a:lstStyle/>
            <a:p>
              <a:endParaRPr/>
            </a:p>
          </p:txBody>
        </p:sp>
        <p:pic>
          <p:nvPicPr>
            <p:cNvPr id="170" name="object 170"/>
            <p:cNvPicPr/>
            <p:nvPr/>
          </p:nvPicPr>
          <p:blipFill>
            <a:blip r:embed="rId20" cstate="print"/>
            <a:stretch>
              <a:fillRect/>
            </a:stretch>
          </p:blipFill>
          <p:spPr>
            <a:xfrm>
              <a:off x="8239837" y="4630478"/>
              <a:ext cx="208241" cy="138988"/>
            </a:xfrm>
            <a:prstGeom prst="rect">
              <a:avLst/>
            </a:prstGeom>
          </p:spPr>
        </p:pic>
        <p:pic>
          <p:nvPicPr>
            <p:cNvPr id="171" name="object 171"/>
            <p:cNvPicPr/>
            <p:nvPr/>
          </p:nvPicPr>
          <p:blipFill>
            <a:blip r:embed="rId21" cstate="print"/>
            <a:stretch>
              <a:fillRect/>
            </a:stretch>
          </p:blipFill>
          <p:spPr>
            <a:xfrm>
              <a:off x="8010684" y="4267936"/>
              <a:ext cx="103377" cy="149555"/>
            </a:xfrm>
            <a:prstGeom prst="rect">
              <a:avLst/>
            </a:prstGeom>
          </p:spPr>
        </p:pic>
        <p:pic>
          <p:nvPicPr>
            <p:cNvPr id="172" name="object 172"/>
            <p:cNvPicPr/>
            <p:nvPr/>
          </p:nvPicPr>
          <p:blipFill>
            <a:blip r:embed="rId22" cstate="print"/>
            <a:stretch>
              <a:fillRect/>
            </a:stretch>
          </p:blipFill>
          <p:spPr>
            <a:xfrm>
              <a:off x="8573857" y="4267936"/>
              <a:ext cx="103377" cy="149555"/>
            </a:xfrm>
            <a:prstGeom prst="rect">
              <a:avLst/>
            </a:prstGeom>
          </p:spPr>
        </p:pic>
        <p:sp>
          <p:nvSpPr>
            <p:cNvPr id="173" name="object 173"/>
            <p:cNvSpPr/>
            <p:nvPr/>
          </p:nvSpPr>
          <p:spPr>
            <a:xfrm>
              <a:off x="8203933" y="4301070"/>
              <a:ext cx="280670" cy="52069"/>
            </a:xfrm>
            <a:custGeom>
              <a:avLst/>
              <a:gdLst/>
              <a:ahLst/>
              <a:cxnLst/>
              <a:rect l="l" t="t" r="r" b="b"/>
              <a:pathLst>
                <a:path w="280670" h="52070">
                  <a:moveTo>
                    <a:pt x="51549" y="25781"/>
                  </a:moveTo>
                  <a:lnTo>
                    <a:pt x="49517" y="15748"/>
                  </a:lnTo>
                  <a:lnTo>
                    <a:pt x="43992" y="7556"/>
                  </a:lnTo>
                  <a:lnTo>
                    <a:pt x="35801" y="2019"/>
                  </a:lnTo>
                  <a:lnTo>
                    <a:pt x="25768" y="0"/>
                  </a:lnTo>
                  <a:lnTo>
                    <a:pt x="15735" y="2019"/>
                  </a:lnTo>
                  <a:lnTo>
                    <a:pt x="7543" y="7556"/>
                  </a:lnTo>
                  <a:lnTo>
                    <a:pt x="2019" y="15748"/>
                  </a:lnTo>
                  <a:lnTo>
                    <a:pt x="0" y="25781"/>
                  </a:lnTo>
                  <a:lnTo>
                    <a:pt x="2019" y="35814"/>
                  </a:lnTo>
                  <a:lnTo>
                    <a:pt x="7543" y="44005"/>
                  </a:lnTo>
                  <a:lnTo>
                    <a:pt x="15735" y="49530"/>
                  </a:lnTo>
                  <a:lnTo>
                    <a:pt x="25768" y="51562"/>
                  </a:lnTo>
                  <a:lnTo>
                    <a:pt x="35801" y="49530"/>
                  </a:lnTo>
                  <a:lnTo>
                    <a:pt x="43992" y="44005"/>
                  </a:lnTo>
                  <a:lnTo>
                    <a:pt x="49517" y="35814"/>
                  </a:lnTo>
                  <a:lnTo>
                    <a:pt x="51549" y="25781"/>
                  </a:lnTo>
                  <a:close/>
                </a:path>
                <a:path w="280670" h="52070">
                  <a:moveTo>
                    <a:pt x="280047" y="25781"/>
                  </a:moveTo>
                  <a:lnTo>
                    <a:pt x="278015" y="15748"/>
                  </a:lnTo>
                  <a:lnTo>
                    <a:pt x="272491" y="7556"/>
                  </a:lnTo>
                  <a:lnTo>
                    <a:pt x="264299" y="2019"/>
                  </a:lnTo>
                  <a:lnTo>
                    <a:pt x="254266" y="0"/>
                  </a:lnTo>
                  <a:lnTo>
                    <a:pt x="244233" y="2019"/>
                  </a:lnTo>
                  <a:lnTo>
                    <a:pt x="236042" y="7556"/>
                  </a:lnTo>
                  <a:lnTo>
                    <a:pt x="230517" y="15748"/>
                  </a:lnTo>
                  <a:lnTo>
                    <a:pt x="228498" y="25781"/>
                  </a:lnTo>
                  <a:lnTo>
                    <a:pt x="230517" y="35814"/>
                  </a:lnTo>
                  <a:lnTo>
                    <a:pt x="236042" y="44005"/>
                  </a:lnTo>
                  <a:lnTo>
                    <a:pt x="244233" y="49530"/>
                  </a:lnTo>
                  <a:lnTo>
                    <a:pt x="254266" y="51562"/>
                  </a:lnTo>
                  <a:lnTo>
                    <a:pt x="264299" y="49530"/>
                  </a:lnTo>
                  <a:lnTo>
                    <a:pt x="272491" y="44005"/>
                  </a:lnTo>
                  <a:lnTo>
                    <a:pt x="278015" y="35814"/>
                  </a:lnTo>
                  <a:lnTo>
                    <a:pt x="280047" y="25781"/>
                  </a:lnTo>
                  <a:close/>
                </a:path>
              </a:pathLst>
            </a:custGeom>
            <a:solidFill>
              <a:srgbClr val="5A6771"/>
            </a:solidFill>
          </p:spPr>
          <p:txBody>
            <a:bodyPr wrap="square" lIns="0" tIns="0" rIns="0" bIns="0" rtlCol="0"/>
            <a:lstStyle/>
            <a:p>
              <a:endParaRPr/>
            </a:p>
          </p:txBody>
        </p:sp>
        <p:pic>
          <p:nvPicPr>
            <p:cNvPr id="174" name="object 174"/>
            <p:cNvPicPr/>
            <p:nvPr/>
          </p:nvPicPr>
          <p:blipFill>
            <a:blip r:embed="rId23" cstate="print"/>
            <a:stretch>
              <a:fillRect/>
            </a:stretch>
          </p:blipFill>
          <p:spPr>
            <a:xfrm>
              <a:off x="8302805" y="4309709"/>
              <a:ext cx="82308" cy="124815"/>
            </a:xfrm>
            <a:prstGeom prst="rect">
              <a:avLst/>
            </a:prstGeom>
          </p:spPr>
        </p:pic>
        <p:pic>
          <p:nvPicPr>
            <p:cNvPr id="175" name="object 175"/>
            <p:cNvPicPr/>
            <p:nvPr/>
          </p:nvPicPr>
          <p:blipFill>
            <a:blip r:embed="rId24" cstate="print"/>
            <a:stretch>
              <a:fillRect/>
            </a:stretch>
          </p:blipFill>
          <p:spPr>
            <a:xfrm>
              <a:off x="8285464" y="4476031"/>
              <a:ext cx="116992" cy="90106"/>
            </a:xfrm>
            <a:prstGeom prst="rect">
              <a:avLst/>
            </a:prstGeom>
          </p:spPr>
        </p:pic>
        <p:sp>
          <p:nvSpPr>
            <p:cNvPr id="176" name="object 176"/>
            <p:cNvSpPr/>
            <p:nvPr/>
          </p:nvSpPr>
          <p:spPr>
            <a:xfrm>
              <a:off x="8100570" y="4029463"/>
              <a:ext cx="487045" cy="622935"/>
            </a:xfrm>
            <a:custGeom>
              <a:avLst/>
              <a:gdLst/>
              <a:ahLst/>
              <a:cxnLst/>
              <a:rect l="l" t="t" r="r" b="b"/>
              <a:pathLst>
                <a:path w="487045" h="622935">
                  <a:moveTo>
                    <a:pt x="350748" y="164465"/>
                  </a:moveTo>
                  <a:lnTo>
                    <a:pt x="300751" y="158867"/>
                  </a:lnTo>
                  <a:lnTo>
                    <a:pt x="254706" y="142896"/>
                  </a:lnTo>
                  <a:lnTo>
                    <a:pt x="213844" y="117789"/>
                  </a:lnTo>
                  <a:lnTo>
                    <a:pt x="179396" y="84780"/>
                  </a:lnTo>
                  <a:lnTo>
                    <a:pt x="152594" y="45105"/>
                  </a:lnTo>
                  <a:lnTo>
                    <a:pt x="134670" y="0"/>
                  </a:lnTo>
                  <a:lnTo>
                    <a:pt x="90458" y="23126"/>
                  </a:lnTo>
                  <a:lnTo>
                    <a:pt x="53283" y="55733"/>
                  </a:lnTo>
                  <a:lnTo>
                    <a:pt x="24748" y="96246"/>
                  </a:lnTo>
                  <a:lnTo>
                    <a:pt x="6454" y="143090"/>
                  </a:lnTo>
                  <a:lnTo>
                    <a:pt x="0" y="194691"/>
                  </a:lnTo>
                  <a:lnTo>
                    <a:pt x="0" y="411365"/>
                  </a:lnTo>
                  <a:lnTo>
                    <a:pt x="5584" y="459852"/>
                  </a:lnTo>
                  <a:lnTo>
                    <a:pt x="21491" y="504360"/>
                  </a:lnTo>
                  <a:lnTo>
                    <a:pt x="46452" y="543622"/>
                  </a:lnTo>
                  <a:lnTo>
                    <a:pt x="79198" y="576368"/>
                  </a:lnTo>
                  <a:lnTo>
                    <a:pt x="118459" y="601329"/>
                  </a:lnTo>
                  <a:lnTo>
                    <a:pt x="162968" y="617236"/>
                  </a:lnTo>
                  <a:lnTo>
                    <a:pt x="211455" y="622820"/>
                  </a:lnTo>
                  <a:lnTo>
                    <a:pt x="275323" y="622820"/>
                  </a:lnTo>
                  <a:lnTo>
                    <a:pt x="323809" y="617236"/>
                  </a:lnTo>
                  <a:lnTo>
                    <a:pt x="368318" y="601329"/>
                  </a:lnTo>
                  <a:lnTo>
                    <a:pt x="407580" y="576368"/>
                  </a:lnTo>
                  <a:lnTo>
                    <a:pt x="440325" y="543622"/>
                  </a:lnTo>
                  <a:lnTo>
                    <a:pt x="465286" y="504360"/>
                  </a:lnTo>
                  <a:lnTo>
                    <a:pt x="481193" y="459852"/>
                  </a:lnTo>
                  <a:lnTo>
                    <a:pt x="486778" y="411365"/>
                  </a:lnTo>
                  <a:lnTo>
                    <a:pt x="486778" y="194691"/>
                  </a:lnTo>
                  <a:lnTo>
                    <a:pt x="350748" y="164465"/>
                  </a:lnTo>
                  <a:close/>
                </a:path>
              </a:pathLst>
            </a:custGeom>
            <a:ln w="27000">
              <a:solidFill>
                <a:srgbClr val="5A6771"/>
              </a:solidFill>
            </a:ln>
          </p:spPr>
          <p:txBody>
            <a:bodyPr wrap="square" lIns="0" tIns="0" rIns="0" bIns="0" rtlCol="0"/>
            <a:lstStyle/>
            <a:p>
              <a:endParaRPr/>
            </a:p>
          </p:txBody>
        </p:sp>
        <p:sp>
          <p:nvSpPr>
            <p:cNvPr id="177" name="object 177"/>
            <p:cNvSpPr/>
            <p:nvPr/>
          </p:nvSpPr>
          <p:spPr>
            <a:xfrm>
              <a:off x="8143117" y="4242103"/>
              <a:ext cx="173355" cy="173355"/>
            </a:xfrm>
            <a:custGeom>
              <a:avLst/>
              <a:gdLst/>
              <a:ahLst/>
              <a:cxnLst/>
              <a:rect l="l" t="t" r="r" b="b"/>
              <a:pathLst>
                <a:path w="173354" h="173354">
                  <a:moveTo>
                    <a:pt x="173189" y="86601"/>
                  </a:moveTo>
                  <a:lnTo>
                    <a:pt x="166384" y="120310"/>
                  </a:lnTo>
                  <a:lnTo>
                    <a:pt x="147824" y="147837"/>
                  </a:lnTo>
                  <a:lnTo>
                    <a:pt x="120297" y="166396"/>
                  </a:lnTo>
                  <a:lnTo>
                    <a:pt x="86588" y="173202"/>
                  </a:lnTo>
                  <a:lnTo>
                    <a:pt x="52886" y="166396"/>
                  </a:lnTo>
                  <a:lnTo>
                    <a:pt x="25363" y="147837"/>
                  </a:lnTo>
                  <a:lnTo>
                    <a:pt x="6805" y="120310"/>
                  </a:lnTo>
                  <a:lnTo>
                    <a:pt x="0" y="86601"/>
                  </a:lnTo>
                  <a:lnTo>
                    <a:pt x="6805" y="52892"/>
                  </a:lnTo>
                  <a:lnTo>
                    <a:pt x="25363" y="25365"/>
                  </a:lnTo>
                  <a:lnTo>
                    <a:pt x="52886" y="6805"/>
                  </a:lnTo>
                  <a:lnTo>
                    <a:pt x="86588" y="0"/>
                  </a:lnTo>
                  <a:lnTo>
                    <a:pt x="120297" y="6805"/>
                  </a:lnTo>
                  <a:lnTo>
                    <a:pt x="147824" y="25365"/>
                  </a:lnTo>
                  <a:lnTo>
                    <a:pt x="166384" y="52892"/>
                  </a:lnTo>
                  <a:lnTo>
                    <a:pt x="173189" y="86601"/>
                  </a:lnTo>
                  <a:close/>
                </a:path>
              </a:pathLst>
            </a:custGeom>
            <a:ln w="27000">
              <a:solidFill>
                <a:srgbClr val="5A6771"/>
              </a:solidFill>
            </a:ln>
          </p:spPr>
          <p:txBody>
            <a:bodyPr wrap="square" lIns="0" tIns="0" rIns="0" bIns="0" rtlCol="0"/>
            <a:lstStyle/>
            <a:p>
              <a:endParaRPr/>
            </a:p>
          </p:txBody>
        </p:sp>
        <p:sp>
          <p:nvSpPr>
            <p:cNvPr id="178" name="object 178"/>
            <p:cNvSpPr/>
            <p:nvPr/>
          </p:nvSpPr>
          <p:spPr>
            <a:xfrm>
              <a:off x="8371615" y="4242103"/>
              <a:ext cx="173355" cy="173355"/>
            </a:xfrm>
            <a:custGeom>
              <a:avLst/>
              <a:gdLst/>
              <a:ahLst/>
              <a:cxnLst/>
              <a:rect l="l" t="t" r="r" b="b"/>
              <a:pathLst>
                <a:path w="173354" h="173354">
                  <a:moveTo>
                    <a:pt x="173189" y="86601"/>
                  </a:moveTo>
                  <a:lnTo>
                    <a:pt x="166384" y="120310"/>
                  </a:lnTo>
                  <a:lnTo>
                    <a:pt x="147824" y="147837"/>
                  </a:lnTo>
                  <a:lnTo>
                    <a:pt x="120297" y="166396"/>
                  </a:lnTo>
                  <a:lnTo>
                    <a:pt x="86588" y="173202"/>
                  </a:lnTo>
                  <a:lnTo>
                    <a:pt x="52886" y="166396"/>
                  </a:lnTo>
                  <a:lnTo>
                    <a:pt x="25363" y="147837"/>
                  </a:lnTo>
                  <a:lnTo>
                    <a:pt x="6805" y="120310"/>
                  </a:lnTo>
                  <a:lnTo>
                    <a:pt x="0" y="86601"/>
                  </a:lnTo>
                  <a:lnTo>
                    <a:pt x="6805" y="52892"/>
                  </a:lnTo>
                  <a:lnTo>
                    <a:pt x="25363" y="25365"/>
                  </a:lnTo>
                  <a:lnTo>
                    <a:pt x="52886" y="6805"/>
                  </a:lnTo>
                  <a:lnTo>
                    <a:pt x="86588" y="0"/>
                  </a:lnTo>
                  <a:lnTo>
                    <a:pt x="120297" y="6805"/>
                  </a:lnTo>
                  <a:lnTo>
                    <a:pt x="147824" y="25365"/>
                  </a:lnTo>
                  <a:lnTo>
                    <a:pt x="166384" y="52892"/>
                  </a:lnTo>
                  <a:lnTo>
                    <a:pt x="173189" y="86601"/>
                  </a:lnTo>
                  <a:close/>
                </a:path>
              </a:pathLst>
            </a:custGeom>
            <a:ln w="27000">
              <a:solidFill>
                <a:srgbClr val="5A6771"/>
              </a:solidFill>
            </a:ln>
          </p:spPr>
          <p:txBody>
            <a:bodyPr wrap="square" lIns="0" tIns="0" rIns="0" bIns="0" rtlCol="0"/>
            <a:lstStyle/>
            <a:p>
              <a:endParaRPr/>
            </a:p>
          </p:txBody>
        </p:sp>
        <p:sp>
          <p:nvSpPr>
            <p:cNvPr id="179" name="object 179"/>
            <p:cNvSpPr/>
            <p:nvPr/>
          </p:nvSpPr>
          <p:spPr>
            <a:xfrm>
              <a:off x="8100087" y="4291196"/>
              <a:ext cx="43180" cy="0"/>
            </a:xfrm>
            <a:custGeom>
              <a:avLst/>
              <a:gdLst/>
              <a:ahLst/>
              <a:cxnLst/>
              <a:rect l="l" t="t" r="r" b="b"/>
              <a:pathLst>
                <a:path w="43179">
                  <a:moveTo>
                    <a:pt x="43027" y="0"/>
                  </a:moveTo>
                  <a:lnTo>
                    <a:pt x="0" y="0"/>
                  </a:lnTo>
                </a:path>
              </a:pathLst>
            </a:custGeom>
            <a:ln w="27000">
              <a:solidFill>
                <a:srgbClr val="5A6771"/>
              </a:solidFill>
            </a:ln>
          </p:spPr>
          <p:txBody>
            <a:bodyPr wrap="square" lIns="0" tIns="0" rIns="0" bIns="0" rtlCol="0"/>
            <a:lstStyle/>
            <a:p>
              <a:endParaRPr/>
            </a:p>
          </p:txBody>
        </p:sp>
        <p:sp>
          <p:nvSpPr>
            <p:cNvPr id="180" name="object 180"/>
            <p:cNvSpPr/>
            <p:nvPr/>
          </p:nvSpPr>
          <p:spPr>
            <a:xfrm>
              <a:off x="8544803" y="4291196"/>
              <a:ext cx="43180" cy="0"/>
            </a:xfrm>
            <a:custGeom>
              <a:avLst/>
              <a:gdLst/>
              <a:ahLst/>
              <a:cxnLst/>
              <a:rect l="l" t="t" r="r" b="b"/>
              <a:pathLst>
                <a:path w="43179">
                  <a:moveTo>
                    <a:pt x="43027" y="0"/>
                  </a:moveTo>
                  <a:lnTo>
                    <a:pt x="0" y="0"/>
                  </a:lnTo>
                </a:path>
              </a:pathLst>
            </a:custGeom>
            <a:ln w="27000">
              <a:solidFill>
                <a:srgbClr val="5A6771"/>
              </a:solidFill>
            </a:ln>
          </p:spPr>
          <p:txBody>
            <a:bodyPr wrap="square" lIns="0" tIns="0" rIns="0" bIns="0" rtlCol="0"/>
            <a:lstStyle/>
            <a:p>
              <a:endParaRPr/>
            </a:p>
          </p:txBody>
        </p:sp>
        <p:sp>
          <p:nvSpPr>
            <p:cNvPr id="181" name="object 181"/>
            <p:cNvSpPr/>
            <p:nvPr/>
          </p:nvSpPr>
          <p:spPr>
            <a:xfrm>
              <a:off x="8322445" y="4291196"/>
              <a:ext cx="43180" cy="0"/>
            </a:xfrm>
            <a:custGeom>
              <a:avLst/>
              <a:gdLst/>
              <a:ahLst/>
              <a:cxnLst/>
              <a:rect l="l" t="t" r="r" b="b"/>
              <a:pathLst>
                <a:path w="43179">
                  <a:moveTo>
                    <a:pt x="43027" y="0"/>
                  </a:moveTo>
                  <a:lnTo>
                    <a:pt x="0" y="0"/>
                  </a:lnTo>
                </a:path>
              </a:pathLst>
            </a:custGeom>
            <a:ln w="27000">
              <a:solidFill>
                <a:srgbClr val="5A6771"/>
              </a:solidFill>
            </a:ln>
          </p:spPr>
          <p:txBody>
            <a:bodyPr wrap="square" lIns="0" tIns="0" rIns="0" bIns="0" rtlCol="0"/>
            <a:lstStyle/>
            <a:p>
              <a:endParaRPr/>
            </a:p>
          </p:txBody>
        </p:sp>
        <p:sp>
          <p:nvSpPr>
            <p:cNvPr id="182" name="object 182"/>
            <p:cNvSpPr/>
            <p:nvPr/>
          </p:nvSpPr>
          <p:spPr>
            <a:xfrm>
              <a:off x="8176358" y="4651098"/>
              <a:ext cx="167640" cy="169545"/>
            </a:xfrm>
            <a:custGeom>
              <a:avLst/>
              <a:gdLst/>
              <a:ahLst/>
              <a:cxnLst/>
              <a:rect l="l" t="t" r="r" b="b"/>
              <a:pathLst>
                <a:path w="167640" h="169545">
                  <a:moveTo>
                    <a:pt x="167601" y="106222"/>
                  </a:moveTo>
                  <a:lnTo>
                    <a:pt x="156181" y="131452"/>
                  </a:lnTo>
                  <a:lnTo>
                    <a:pt x="137571" y="151469"/>
                  </a:lnTo>
                  <a:lnTo>
                    <a:pt x="113386" y="164662"/>
                  </a:lnTo>
                  <a:lnTo>
                    <a:pt x="85242" y="169417"/>
                  </a:lnTo>
                  <a:lnTo>
                    <a:pt x="52061" y="162719"/>
                  </a:lnTo>
                  <a:lnTo>
                    <a:pt x="24966" y="144451"/>
                  </a:lnTo>
                  <a:lnTo>
                    <a:pt x="6698" y="117356"/>
                  </a:lnTo>
                  <a:lnTo>
                    <a:pt x="0" y="84175"/>
                  </a:lnTo>
                  <a:lnTo>
                    <a:pt x="5491" y="54010"/>
                  </a:lnTo>
                  <a:lnTo>
                    <a:pt x="20621" y="28581"/>
                  </a:lnTo>
                  <a:lnTo>
                    <a:pt x="43376" y="9905"/>
                  </a:lnTo>
                  <a:lnTo>
                    <a:pt x="71742" y="0"/>
                  </a:lnTo>
                </a:path>
              </a:pathLst>
            </a:custGeom>
            <a:ln w="27000">
              <a:solidFill>
                <a:srgbClr val="5A6771"/>
              </a:solidFill>
            </a:ln>
          </p:spPr>
          <p:txBody>
            <a:bodyPr wrap="square" lIns="0" tIns="0" rIns="0" bIns="0" rtlCol="0"/>
            <a:lstStyle/>
            <a:p>
              <a:endParaRPr/>
            </a:p>
          </p:txBody>
        </p:sp>
        <p:sp>
          <p:nvSpPr>
            <p:cNvPr id="183" name="object 183"/>
            <p:cNvSpPr/>
            <p:nvPr/>
          </p:nvSpPr>
          <p:spPr>
            <a:xfrm>
              <a:off x="8343959" y="4651095"/>
              <a:ext cx="167640" cy="169545"/>
            </a:xfrm>
            <a:custGeom>
              <a:avLst/>
              <a:gdLst/>
              <a:ahLst/>
              <a:cxnLst/>
              <a:rect l="l" t="t" r="r" b="b"/>
              <a:pathLst>
                <a:path w="167640" h="169545">
                  <a:moveTo>
                    <a:pt x="95859" y="0"/>
                  </a:moveTo>
                  <a:lnTo>
                    <a:pt x="124227" y="9905"/>
                  </a:lnTo>
                  <a:lnTo>
                    <a:pt x="146986" y="28581"/>
                  </a:lnTo>
                  <a:lnTo>
                    <a:pt x="162121" y="54010"/>
                  </a:lnTo>
                  <a:lnTo>
                    <a:pt x="167614" y="84175"/>
                  </a:lnTo>
                  <a:lnTo>
                    <a:pt x="160914" y="117356"/>
                  </a:lnTo>
                  <a:lnTo>
                    <a:pt x="142643" y="144451"/>
                  </a:lnTo>
                  <a:lnTo>
                    <a:pt x="115547" y="162719"/>
                  </a:lnTo>
                  <a:lnTo>
                    <a:pt x="82372" y="169418"/>
                  </a:lnTo>
                  <a:lnTo>
                    <a:pt x="54221" y="164662"/>
                  </a:lnTo>
                  <a:lnTo>
                    <a:pt x="30032" y="151469"/>
                  </a:lnTo>
                  <a:lnTo>
                    <a:pt x="11420" y="131452"/>
                  </a:lnTo>
                  <a:lnTo>
                    <a:pt x="0" y="106222"/>
                  </a:lnTo>
                </a:path>
              </a:pathLst>
            </a:custGeom>
            <a:ln w="27000">
              <a:solidFill>
                <a:srgbClr val="5A6771"/>
              </a:solidFill>
            </a:ln>
          </p:spPr>
          <p:txBody>
            <a:bodyPr wrap="square" lIns="0" tIns="0" rIns="0" bIns="0" rtlCol="0"/>
            <a:lstStyle/>
            <a:p>
              <a:endParaRPr/>
            </a:p>
          </p:txBody>
        </p:sp>
        <p:sp>
          <p:nvSpPr>
            <p:cNvPr id="184" name="object 184"/>
            <p:cNvSpPr/>
            <p:nvPr/>
          </p:nvSpPr>
          <p:spPr>
            <a:xfrm>
              <a:off x="8393100" y="4882661"/>
              <a:ext cx="41910" cy="41910"/>
            </a:xfrm>
            <a:custGeom>
              <a:avLst/>
              <a:gdLst/>
              <a:ahLst/>
              <a:cxnLst/>
              <a:rect l="l" t="t" r="r" b="b"/>
              <a:pathLst>
                <a:path w="41909" h="41910">
                  <a:moveTo>
                    <a:pt x="20739" y="0"/>
                  </a:moveTo>
                  <a:lnTo>
                    <a:pt x="12665" y="1629"/>
                  </a:lnTo>
                  <a:lnTo>
                    <a:pt x="6073" y="6073"/>
                  </a:lnTo>
                  <a:lnTo>
                    <a:pt x="1629" y="12665"/>
                  </a:lnTo>
                  <a:lnTo>
                    <a:pt x="0" y="20739"/>
                  </a:lnTo>
                  <a:lnTo>
                    <a:pt x="1629" y="28812"/>
                  </a:lnTo>
                  <a:lnTo>
                    <a:pt x="6073" y="35404"/>
                  </a:lnTo>
                  <a:lnTo>
                    <a:pt x="12665" y="39848"/>
                  </a:lnTo>
                  <a:lnTo>
                    <a:pt x="20739" y="41478"/>
                  </a:lnTo>
                  <a:lnTo>
                    <a:pt x="28812" y="39848"/>
                  </a:lnTo>
                  <a:lnTo>
                    <a:pt x="35404" y="35404"/>
                  </a:lnTo>
                  <a:lnTo>
                    <a:pt x="39848" y="28812"/>
                  </a:lnTo>
                  <a:lnTo>
                    <a:pt x="41478" y="20739"/>
                  </a:lnTo>
                  <a:lnTo>
                    <a:pt x="39848" y="12665"/>
                  </a:lnTo>
                  <a:lnTo>
                    <a:pt x="35404" y="6073"/>
                  </a:lnTo>
                  <a:lnTo>
                    <a:pt x="28812" y="1629"/>
                  </a:lnTo>
                  <a:lnTo>
                    <a:pt x="20739" y="0"/>
                  </a:lnTo>
                  <a:close/>
                </a:path>
              </a:pathLst>
            </a:custGeom>
            <a:solidFill>
              <a:srgbClr val="5A6771"/>
            </a:solidFill>
          </p:spPr>
          <p:txBody>
            <a:bodyPr wrap="square" lIns="0" tIns="0" rIns="0" bIns="0" rtlCol="0"/>
            <a:lstStyle/>
            <a:p>
              <a:endParaRPr/>
            </a:p>
          </p:txBody>
        </p:sp>
        <p:sp>
          <p:nvSpPr>
            <p:cNvPr id="185" name="object 185"/>
            <p:cNvSpPr/>
            <p:nvPr/>
          </p:nvSpPr>
          <p:spPr>
            <a:xfrm>
              <a:off x="8343960" y="4769523"/>
              <a:ext cx="0" cy="198120"/>
            </a:xfrm>
            <a:custGeom>
              <a:avLst/>
              <a:gdLst/>
              <a:ahLst/>
              <a:cxnLst/>
              <a:rect l="l" t="t" r="r" b="b"/>
              <a:pathLst>
                <a:path h="198120">
                  <a:moveTo>
                    <a:pt x="0" y="198069"/>
                  </a:moveTo>
                  <a:lnTo>
                    <a:pt x="0" y="0"/>
                  </a:lnTo>
                </a:path>
              </a:pathLst>
            </a:custGeom>
            <a:ln w="27000">
              <a:solidFill>
                <a:srgbClr val="5A6771"/>
              </a:solidFill>
            </a:ln>
          </p:spPr>
          <p:txBody>
            <a:bodyPr wrap="square" lIns="0" tIns="0" rIns="0" bIns="0" rtlCol="0"/>
            <a:lstStyle/>
            <a:p>
              <a:endParaRPr/>
            </a:p>
          </p:txBody>
        </p:sp>
        <p:sp>
          <p:nvSpPr>
            <p:cNvPr id="186" name="object 186"/>
            <p:cNvSpPr/>
            <p:nvPr/>
          </p:nvSpPr>
          <p:spPr>
            <a:xfrm>
              <a:off x="8041940" y="4393768"/>
              <a:ext cx="136525" cy="210820"/>
            </a:xfrm>
            <a:custGeom>
              <a:avLst/>
              <a:gdLst/>
              <a:ahLst/>
              <a:cxnLst/>
              <a:rect l="l" t="t" r="r" b="b"/>
              <a:pathLst>
                <a:path w="136525" h="210820">
                  <a:moveTo>
                    <a:pt x="135978" y="210553"/>
                  </a:moveTo>
                  <a:lnTo>
                    <a:pt x="71386" y="210553"/>
                  </a:lnTo>
                  <a:lnTo>
                    <a:pt x="43671" y="204921"/>
                  </a:lnTo>
                  <a:lnTo>
                    <a:pt x="20972" y="189585"/>
                  </a:lnTo>
                  <a:lnTo>
                    <a:pt x="5633" y="166887"/>
                  </a:lnTo>
                  <a:lnTo>
                    <a:pt x="0" y="139166"/>
                  </a:lnTo>
                  <a:lnTo>
                    <a:pt x="0" y="0"/>
                  </a:lnTo>
                </a:path>
              </a:pathLst>
            </a:custGeom>
            <a:ln w="27000">
              <a:solidFill>
                <a:srgbClr val="5A6771"/>
              </a:solidFill>
            </a:ln>
          </p:spPr>
          <p:txBody>
            <a:bodyPr wrap="square" lIns="0" tIns="0" rIns="0" bIns="0" rtlCol="0"/>
            <a:lstStyle/>
            <a:p>
              <a:endParaRPr/>
            </a:p>
          </p:txBody>
        </p:sp>
        <p:sp>
          <p:nvSpPr>
            <p:cNvPr id="187" name="object 187"/>
            <p:cNvSpPr/>
            <p:nvPr/>
          </p:nvSpPr>
          <p:spPr>
            <a:xfrm>
              <a:off x="8510010" y="4393773"/>
              <a:ext cx="136525" cy="210820"/>
            </a:xfrm>
            <a:custGeom>
              <a:avLst/>
              <a:gdLst/>
              <a:ahLst/>
              <a:cxnLst/>
              <a:rect l="l" t="t" r="r" b="b"/>
              <a:pathLst>
                <a:path w="136525" h="210820">
                  <a:moveTo>
                    <a:pt x="135966" y="0"/>
                  </a:moveTo>
                  <a:lnTo>
                    <a:pt x="135966" y="139166"/>
                  </a:lnTo>
                  <a:lnTo>
                    <a:pt x="130334" y="166881"/>
                  </a:lnTo>
                  <a:lnTo>
                    <a:pt x="114998" y="189580"/>
                  </a:lnTo>
                  <a:lnTo>
                    <a:pt x="92300" y="204919"/>
                  </a:lnTo>
                  <a:lnTo>
                    <a:pt x="64579" y="210553"/>
                  </a:lnTo>
                  <a:lnTo>
                    <a:pt x="0" y="210553"/>
                  </a:lnTo>
                </a:path>
              </a:pathLst>
            </a:custGeom>
            <a:ln w="27000">
              <a:solidFill>
                <a:srgbClr val="5A6771"/>
              </a:solidFill>
            </a:ln>
          </p:spPr>
          <p:txBody>
            <a:bodyPr wrap="square" lIns="0" tIns="0" rIns="0" bIns="0" rtlCol="0"/>
            <a:lstStyle/>
            <a:p>
              <a:endParaRPr/>
            </a:p>
          </p:txBody>
        </p:sp>
      </p:grpSp>
      <p:grpSp>
        <p:nvGrpSpPr>
          <p:cNvPr id="188" name="object 188"/>
          <p:cNvGrpSpPr/>
          <p:nvPr/>
        </p:nvGrpSpPr>
        <p:grpSpPr>
          <a:xfrm>
            <a:off x="11940839" y="3743204"/>
            <a:ext cx="1163320" cy="1238250"/>
            <a:chOff x="11940839" y="3743204"/>
            <a:chExt cx="1163320" cy="1238250"/>
          </a:xfrm>
        </p:grpSpPr>
        <p:sp>
          <p:nvSpPr>
            <p:cNvPr id="189" name="object 189"/>
            <p:cNvSpPr/>
            <p:nvPr/>
          </p:nvSpPr>
          <p:spPr>
            <a:xfrm>
              <a:off x="11940839" y="3743204"/>
              <a:ext cx="1163320" cy="1163320"/>
            </a:xfrm>
            <a:custGeom>
              <a:avLst/>
              <a:gdLst/>
              <a:ahLst/>
              <a:cxnLst/>
              <a:rect l="l" t="t" r="r" b="b"/>
              <a:pathLst>
                <a:path w="1163319"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190" name="object 190"/>
            <p:cNvSpPr/>
            <p:nvPr/>
          </p:nvSpPr>
          <p:spPr>
            <a:xfrm>
              <a:off x="12161955" y="3885363"/>
              <a:ext cx="711835" cy="1079500"/>
            </a:xfrm>
            <a:custGeom>
              <a:avLst/>
              <a:gdLst/>
              <a:ahLst/>
              <a:cxnLst/>
              <a:rect l="l" t="t" r="r" b="b"/>
              <a:pathLst>
                <a:path w="711834" h="1079500">
                  <a:moveTo>
                    <a:pt x="359663" y="0"/>
                  </a:moveTo>
                  <a:lnTo>
                    <a:pt x="343455" y="2083"/>
                  </a:lnTo>
                  <a:lnTo>
                    <a:pt x="328664" y="8029"/>
                  </a:lnTo>
                  <a:lnTo>
                    <a:pt x="315867" y="17380"/>
                  </a:lnTo>
                  <a:lnTo>
                    <a:pt x="305638" y="29679"/>
                  </a:lnTo>
                  <a:lnTo>
                    <a:pt x="297047" y="24337"/>
                  </a:lnTo>
                  <a:lnTo>
                    <a:pt x="287747" y="20408"/>
                  </a:lnTo>
                  <a:lnTo>
                    <a:pt x="277899" y="17985"/>
                  </a:lnTo>
                  <a:lnTo>
                    <a:pt x="267665" y="17157"/>
                  </a:lnTo>
                  <a:lnTo>
                    <a:pt x="246773" y="20670"/>
                  </a:lnTo>
                  <a:lnTo>
                    <a:pt x="228703" y="30427"/>
                  </a:lnTo>
                  <a:lnTo>
                    <a:pt x="214606" y="45259"/>
                  </a:lnTo>
                  <a:lnTo>
                    <a:pt x="205638" y="63995"/>
                  </a:lnTo>
                  <a:lnTo>
                    <a:pt x="199720" y="62204"/>
                  </a:lnTo>
                  <a:lnTo>
                    <a:pt x="193535" y="61277"/>
                  </a:lnTo>
                  <a:lnTo>
                    <a:pt x="187236" y="61277"/>
                  </a:lnTo>
                  <a:lnTo>
                    <a:pt x="162056" y="66453"/>
                  </a:lnTo>
                  <a:lnTo>
                    <a:pt x="141470" y="80560"/>
                  </a:lnTo>
                  <a:lnTo>
                    <a:pt x="127576" y="101466"/>
                  </a:lnTo>
                  <a:lnTo>
                    <a:pt x="122478" y="127457"/>
                  </a:lnTo>
                  <a:lnTo>
                    <a:pt x="98094" y="133248"/>
                  </a:lnTo>
                  <a:lnTo>
                    <a:pt x="78239" y="147462"/>
                  </a:lnTo>
                  <a:lnTo>
                    <a:pt x="64884" y="168101"/>
                  </a:lnTo>
                  <a:lnTo>
                    <a:pt x="59994" y="193166"/>
                  </a:lnTo>
                  <a:lnTo>
                    <a:pt x="59994" y="199034"/>
                  </a:lnTo>
                  <a:lnTo>
                    <a:pt x="60807" y="204889"/>
                  </a:lnTo>
                  <a:lnTo>
                    <a:pt x="62395" y="210565"/>
                  </a:lnTo>
                  <a:lnTo>
                    <a:pt x="45225" y="220142"/>
                  </a:lnTo>
                  <a:lnTo>
                    <a:pt x="31746" y="234297"/>
                  </a:lnTo>
                  <a:lnTo>
                    <a:pt x="22940" y="251969"/>
                  </a:lnTo>
                  <a:lnTo>
                    <a:pt x="19786" y="272097"/>
                  </a:lnTo>
                  <a:lnTo>
                    <a:pt x="20340" y="280732"/>
                  </a:lnTo>
                  <a:lnTo>
                    <a:pt x="21977" y="289110"/>
                  </a:lnTo>
                  <a:lnTo>
                    <a:pt x="24662" y="297148"/>
                  </a:lnTo>
                  <a:lnTo>
                    <a:pt x="28359" y="304761"/>
                  </a:lnTo>
                  <a:lnTo>
                    <a:pt x="16566" y="315184"/>
                  </a:lnTo>
                  <a:lnTo>
                    <a:pt x="7635" y="328066"/>
                  </a:lnTo>
                  <a:lnTo>
                    <a:pt x="1977" y="342834"/>
                  </a:lnTo>
                  <a:lnTo>
                    <a:pt x="0" y="358914"/>
                  </a:lnTo>
                  <a:lnTo>
                    <a:pt x="2130" y="375680"/>
                  </a:lnTo>
                  <a:lnTo>
                    <a:pt x="8229" y="391017"/>
                  </a:lnTo>
                  <a:lnTo>
                    <a:pt x="17862" y="404263"/>
                  </a:lnTo>
                  <a:lnTo>
                    <a:pt x="30594" y="414756"/>
                  </a:lnTo>
                  <a:lnTo>
                    <a:pt x="27946" y="421743"/>
                  </a:lnTo>
                  <a:lnTo>
                    <a:pt x="25998" y="429039"/>
                  </a:lnTo>
                  <a:lnTo>
                    <a:pt x="24795" y="436603"/>
                  </a:lnTo>
                  <a:lnTo>
                    <a:pt x="24383" y="444398"/>
                  </a:lnTo>
                  <a:lnTo>
                    <a:pt x="30233" y="473300"/>
                  </a:lnTo>
                  <a:lnTo>
                    <a:pt x="46175" y="496927"/>
                  </a:lnTo>
                  <a:lnTo>
                    <a:pt x="69802" y="512869"/>
                  </a:lnTo>
                  <a:lnTo>
                    <a:pt x="98704" y="518718"/>
                  </a:lnTo>
                  <a:lnTo>
                    <a:pt x="100304" y="518718"/>
                  </a:lnTo>
                  <a:lnTo>
                    <a:pt x="100304" y="541921"/>
                  </a:lnTo>
                  <a:lnTo>
                    <a:pt x="102355" y="572037"/>
                  </a:lnTo>
                  <a:lnTo>
                    <a:pt x="108310" y="600919"/>
                  </a:lnTo>
                  <a:lnTo>
                    <a:pt x="117872" y="628325"/>
                  </a:lnTo>
                  <a:lnTo>
                    <a:pt x="130746" y="654011"/>
                  </a:lnTo>
                  <a:lnTo>
                    <a:pt x="128523" y="654684"/>
                  </a:lnTo>
                  <a:lnTo>
                    <a:pt x="86984" y="690680"/>
                  </a:lnTo>
                  <a:lnTo>
                    <a:pt x="56670" y="733953"/>
                  </a:lnTo>
                  <a:lnTo>
                    <a:pt x="37677" y="783134"/>
                  </a:lnTo>
                  <a:lnTo>
                    <a:pt x="31102" y="836167"/>
                  </a:lnTo>
                  <a:lnTo>
                    <a:pt x="31102" y="965606"/>
                  </a:lnTo>
                  <a:lnTo>
                    <a:pt x="31254" y="966088"/>
                  </a:lnTo>
                  <a:lnTo>
                    <a:pt x="24733" y="990367"/>
                  </a:lnTo>
                  <a:lnTo>
                    <a:pt x="19959" y="1015082"/>
                  </a:lnTo>
                  <a:lnTo>
                    <a:pt x="17026" y="1040144"/>
                  </a:lnTo>
                  <a:lnTo>
                    <a:pt x="16027" y="1065466"/>
                  </a:lnTo>
                  <a:lnTo>
                    <a:pt x="16027" y="1072870"/>
                  </a:lnTo>
                  <a:lnTo>
                    <a:pt x="22034" y="1078877"/>
                  </a:lnTo>
                  <a:lnTo>
                    <a:pt x="689203" y="1078877"/>
                  </a:lnTo>
                  <a:lnTo>
                    <a:pt x="695210" y="1072870"/>
                  </a:lnTo>
                  <a:lnTo>
                    <a:pt x="695210" y="1065466"/>
                  </a:lnTo>
                  <a:lnTo>
                    <a:pt x="694211" y="1040135"/>
                  </a:lnTo>
                  <a:lnTo>
                    <a:pt x="691276" y="1015064"/>
                  </a:lnTo>
                  <a:lnTo>
                    <a:pt x="686498" y="990344"/>
                  </a:lnTo>
                  <a:lnTo>
                    <a:pt x="679996" y="965784"/>
                  </a:lnTo>
                  <a:lnTo>
                    <a:pt x="680135" y="965263"/>
                  </a:lnTo>
                  <a:lnTo>
                    <a:pt x="680135" y="836167"/>
                  </a:lnTo>
                  <a:lnTo>
                    <a:pt x="673265" y="782300"/>
                  </a:lnTo>
                  <a:lnTo>
                    <a:pt x="653537" y="732393"/>
                  </a:lnTo>
                  <a:lnTo>
                    <a:pt x="622276" y="688710"/>
                  </a:lnTo>
                  <a:lnTo>
                    <a:pt x="580809" y="653516"/>
                  </a:lnTo>
                  <a:lnTo>
                    <a:pt x="593554" y="627919"/>
                  </a:lnTo>
                  <a:lnTo>
                    <a:pt x="603021" y="600629"/>
                  </a:lnTo>
                  <a:lnTo>
                    <a:pt x="608916" y="571883"/>
                  </a:lnTo>
                  <a:lnTo>
                    <a:pt x="610946" y="541921"/>
                  </a:lnTo>
                  <a:lnTo>
                    <a:pt x="610946" y="518718"/>
                  </a:lnTo>
                  <a:lnTo>
                    <a:pt x="612533" y="518718"/>
                  </a:lnTo>
                  <a:lnTo>
                    <a:pt x="641435" y="512869"/>
                  </a:lnTo>
                  <a:lnTo>
                    <a:pt x="665062" y="496927"/>
                  </a:lnTo>
                  <a:lnTo>
                    <a:pt x="681004" y="473300"/>
                  </a:lnTo>
                  <a:lnTo>
                    <a:pt x="686854" y="444398"/>
                  </a:lnTo>
                  <a:lnTo>
                    <a:pt x="686442" y="436603"/>
                  </a:lnTo>
                  <a:lnTo>
                    <a:pt x="685241" y="429039"/>
                  </a:lnTo>
                  <a:lnTo>
                    <a:pt x="683296" y="421743"/>
                  </a:lnTo>
                  <a:lnTo>
                    <a:pt x="680656" y="414756"/>
                  </a:lnTo>
                  <a:lnTo>
                    <a:pt x="693385" y="404263"/>
                  </a:lnTo>
                  <a:lnTo>
                    <a:pt x="703014" y="391017"/>
                  </a:lnTo>
                  <a:lnTo>
                    <a:pt x="709110" y="375680"/>
                  </a:lnTo>
                  <a:lnTo>
                    <a:pt x="711238" y="358914"/>
                  </a:lnTo>
                  <a:lnTo>
                    <a:pt x="709260" y="342834"/>
                  </a:lnTo>
                  <a:lnTo>
                    <a:pt x="703602" y="328066"/>
                  </a:lnTo>
                  <a:lnTo>
                    <a:pt x="694671" y="315184"/>
                  </a:lnTo>
                  <a:lnTo>
                    <a:pt x="682878" y="304761"/>
                  </a:lnTo>
                  <a:lnTo>
                    <a:pt x="686575" y="297148"/>
                  </a:lnTo>
                  <a:lnTo>
                    <a:pt x="689260" y="289110"/>
                  </a:lnTo>
                  <a:lnTo>
                    <a:pt x="690897" y="280732"/>
                  </a:lnTo>
                  <a:lnTo>
                    <a:pt x="691451" y="272097"/>
                  </a:lnTo>
                  <a:lnTo>
                    <a:pt x="688298" y="251974"/>
                  </a:lnTo>
                  <a:lnTo>
                    <a:pt x="679492" y="234302"/>
                  </a:lnTo>
                  <a:lnTo>
                    <a:pt x="666017" y="220144"/>
                  </a:lnTo>
                  <a:lnTo>
                    <a:pt x="648855" y="210565"/>
                  </a:lnTo>
                  <a:lnTo>
                    <a:pt x="650443" y="204876"/>
                  </a:lnTo>
                  <a:lnTo>
                    <a:pt x="651255" y="199021"/>
                  </a:lnTo>
                  <a:lnTo>
                    <a:pt x="651255" y="193166"/>
                  </a:lnTo>
                  <a:lnTo>
                    <a:pt x="646366" y="168101"/>
                  </a:lnTo>
                  <a:lnTo>
                    <a:pt x="633010" y="147462"/>
                  </a:lnTo>
                  <a:lnTo>
                    <a:pt x="613156" y="133248"/>
                  </a:lnTo>
                  <a:lnTo>
                    <a:pt x="588771" y="127457"/>
                  </a:lnTo>
                  <a:lnTo>
                    <a:pt x="583675" y="101466"/>
                  </a:lnTo>
                  <a:lnTo>
                    <a:pt x="569785" y="80560"/>
                  </a:lnTo>
                  <a:lnTo>
                    <a:pt x="549199" y="66453"/>
                  </a:lnTo>
                  <a:lnTo>
                    <a:pt x="524014" y="61277"/>
                  </a:lnTo>
                  <a:lnTo>
                    <a:pt x="517715" y="61277"/>
                  </a:lnTo>
                  <a:lnTo>
                    <a:pt x="511517" y="62204"/>
                  </a:lnTo>
                  <a:lnTo>
                    <a:pt x="505599" y="63995"/>
                  </a:lnTo>
                  <a:lnTo>
                    <a:pt x="496633" y="45259"/>
                  </a:lnTo>
                  <a:lnTo>
                    <a:pt x="482539" y="30427"/>
                  </a:lnTo>
                  <a:lnTo>
                    <a:pt x="464469" y="20670"/>
                  </a:lnTo>
                  <a:lnTo>
                    <a:pt x="443572" y="17157"/>
                  </a:lnTo>
                  <a:lnTo>
                    <a:pt x="434999" y="17725"/>
                  </a:lnTo>
                  <a:lnTo>
                    <a:pt x="426689" y="19404"/>
                  </a:lnTo>
                  <a:lnTo>
                    <a:pt x="418725" y="22156"/>
                  </a:lnTo>
                  <a:lnTo>
                    <a:pt x="411187" y="25946"/>
                  </a:lnTo>
                  <a:lnTo>
                    <a:pt x="400958" y="15082"/>
                  </a:lnTo>
                  <a:lnTo>
                    <a:pt x="388645" y="6919"/>
                  </a:lnTo>
                  <a:lnTo>
                    <a:pt x="374722" y="1784"/>
                  </a:lnTo>
                  <a:lnTo>
                    <a:pt x="359663" y="0"/>
                  </a:lnTo>
                  <a:close/>
                </a:path>
              </a:pathLst>
            </a:custGeom>
            <a:solidFill>
              <a:srgbClr val="FFFFFF"/>
            </a:solidFill>
          </p:spPr>
          <p:txBody>
            <a:bodyPr wrap="square" lIns="0" tIns="0" rIns="0" bIns="0" rtlCol="0"/>
            <a:lstStyle/>
            <a:p>
              <a:endParaRPr/>
            </a:p>
          </p:txBody>
        </p:sp>
        <p:sp>
          <p:nvSpPr>
            <p:cNvPr id="191" name="object 191"/>
            <p:cNvSpPr/>
            <p:nvPr/>
          </p:nvSpPr>
          <p:spPr>
            <a:xfrm>
              <a:off x="12183632" y="4755441"/>
              <a:ext cx="668020" cy="212725"/>
            </a:xfrm>
            <a:custGeom>
              <a:avLst/>
              <a:gdLst/>
              <a:ahLst/>
              <a:cxnLst/>
              <a:rect l="l" t="t" r="r" b="b"/>
              <a:pathLst>
                <a:path w="668020" h="212725">
                  <a:moveTo>
                    <a:pt x="591794" y="0"/>
                  </a:moveTo>
                  <a:lnTo>
                    <a:pt x="75882" y="253"/>
                  </a:lnTo>
                  <a:lnTo>
                    <a:pt x="49780" y="36697"/>
                  </a:lnTo>
                  <a:lnTo>
                    <a:pt x="28685" y="76565"/>
                  </a:lnTo>
                  <a:lnTo>
                    <a:pt x="13053" y="119401"/>
                  </a:lnTo>
                  <a:lnTo>
                    <a:pt x="3339" y="164749"/>
                  </a:lnTo>
                  <a:lnTo>
                    <a:pt x="0" y="212153"/>
                  </a:lnTo>
                  <a:lnTo>
                    <a:pt x="667893" y="212153"/>
                  </a:lnTo>
                  <a:lnTo>
                    <a:pt x="664542" y="164677"/>
                  </a:lnTo>
                  <a:lnTo>
                    <a:pt x="654796" y="119267"/>
                  </a:lnTo>
                  <a:lnTo>
                    <a:pt x="639116" y="76380"/>
                  </a:lnTo>
                  <a:lnTo>
                    <a:pt x="617962" y="36472"/>
                  </a:lnTo>
                  <a:lnTo>
                    <a:pt x="591794" y="0"/>
                  </a:lnTo>
                  <a:close/>
                </a:path>
              </a:pathLst>
            </a:custGeom>
            <a:solidFill>
              <a:srgbClr val="FFFFFF"/>
            </a:solidFill>
          </p:spPr>
          <p:txBody>
            <a:bodyPr wrap="square" lIns="0" tIns="0" rIns="0" bIns="0" rtlCol="0"/>
            <a:lstStyle/>
            <a:p>
              <a:endParaRPr/>
            </a:p>
          </p:txBody>
        </p:sp>
        <p:sp>
          <p:nvSpPr>
            <p:cNvPr id="192" name="object 192"/>
            <p:cNvSpPr/>
            <p:nvPr/>
          </p:nvSpPr>
          <p:spPr>
            <a:xfrm>
              <a:off x="12183632" y="4755441"/>
              <a:ext cx="668020" cy="212725"/>
            </a:xfrm>
            <a:custGeom>
              <a:avLst/>
              <a:gdLst/>
              <a:ahLst/>
              <a:cxnLst/>
              <a:rect l="l" t="t" r="r" b="b"/>
              <a:pathLst>
                <a:path w="668020" h="212725">
                  <a:moveTo>
                    <a:pt x="75882" y="253"/>
                  </a:moveTo>
                  <a:lnTo>
                    <a:pt x="49780" y="36697"/>
                  </a:lnTo>
                  <a:lnTo>
                    <a:pt x="28685" y="76565"/>
                  </a:lnTo>
                  <a:lnTo>
                    <a:pt x="13053" y="119401"/>
                  </a:lnTo>
                  <a:lnTo>
                    <a:pt x="3339" y="164749"/>
                  </a:lnTo>
                  <a:lnTo>
                    <a:pt x="0" y="212153"/>
                  </a:lnTo>
                  <a:lnTo>
                    <a:pt x="241731" y="212153"/>
                  </a:lnTo>
                  <a:lnTo>
                    <a:pt x="432943" y="212153"/>
                  </a:lnTo>
                  <a:lnTo>
                    <a:pt x="667893" y="212153"/>
                  </a:lnTo>
                  <a:lnTo>
                    <a:pt x="664542" y="164677"/>
                  </a:lnTo>
                  <a:lnTo>
                    <a:pt x="654796" y="119267"/>
                  </a:lnTo>
                  <a:lnTo>
                    <a:pt x="639116" y="76380"/>
                  </a:lnTo>
                  <a:lnTo>
                    <a:pt x="617962" y="36472"/>
                  </a:lnTo>
                  <a:lnTo>
                    <a:pt x="591794" y="0"/>
                  </a:lnTo>
                </a:path>
              </a:pathLst>
            </a:custGeom>
            <a:ln w="27457">
              <a:solidFill>
                <a:srgbClr val="5A6771"/>
              </a:solidFill>
            </a:ln>
          </p:spPr>
          <p:txBody>
            <a:bodyPr wrap="square" lIns="0" tIns="0" rIns="0" bIns="0" rtlCol="0"/>
            <a:lstStyle/>
            <a:p>
              <a:endParaRPr/>
            </a:p>
          </p:txBody>
        </p:sp>
        <p:pic>
          <p:nvPicPr>
            <p:cNvPr id="193" name="object 193"/>
            <p:cNvPicPr/>
            <p:nvPr/>
          </p:nvPicPr>
          <p:blipFill>
            <a:blip r:embed="rId25" cstate="print"/>
            <a:stretch>
              <a:fillRect/>
            </a:stretch>
          </p:blipFill>
          <p:spPr>
            <a:xfrm>
              <a:off x="12363886" y="4624566"/>
              <a:ext cx="316547" cy="141414"/>
            </a:xfrm>
            <a:prstGeom prst="rect">
              <a:avLst/>
            </a:prstGeom>
          </p:spPr>
        </p:pic>
        <p:pic>
          <p:nvPicPr>
            <p:cNvPr id="194" name="object 194"/>
            <p:cNvPicPr/>
            <p:nvPr/>
          </p:nvPicPr>
          <p:blipFill>
            <a:blip r:embed="rId26" cstate="print"/>
            <a:stretch>
              <a:fillRect/>
            </a:stretch>
          </p:blipFill>
          <p:spPr>
            <a:xfrm>
              <a:off x="12178453" y="4255652"/>
              <a:ext cx="105181" cy="152171"/>
            </a:xfrm>
            <a:prstGeom prst="rect">
              <a:avLst/>
            </a:prstGeom>
          </p:spPr>
        </p:pic>
        <p:pic>
          <p:nvPicPr>
            <p:cNvPr id="195" name="object 195"/>
            <p:cNvPicPr/>
            <p:nvPr/>
          </p:nvPicPr>
          <p:blipFill>
            <a:blip r:embed="rId27" cstate="print"/>
            <a:stretch>
              <a:fillRect/>
            </a:stretch>
          </p:blipFill>
          <p:spPr>
            <a:xfrm>
              <a:off x="12751519" y="4255652"/>
              <a:ext cx="105181" cy="152171"/>
            </a:xfrm>
            <a:prstGeom prst="rect">
              <a:avLst/>
            </a:prstGeom>
          </p:spPr>
        </p:pic>
        <p:sp>
          <p:nvSpPr>
            <p:cNvPr id="196" name="object 196"/>
            <p:cNvSpPr/>
            <p:nvPr/>
          </p:nvSpPr>
          <p:spPr>
            <a:xfrm>
              <a:off x="12375083" y="4289374"/>
              <a:ext cx="285115" cy="52705"/>
            </a:xfrm>
            <a:custGeom>
              <a:avLst/>
              <a:gdLst/>
              <a:ahLst/>
              <a:cxnLst/>
              <a:rect l="l" t="t" r="r" b="b"/>
              <a:pathLst>
                <a:path w="285115" h="52704">
                  <a:moveTo>
                    <a:pt x="52463" y="26225"/>
                  </a:moveTo>
                  <a:lnTo>
                    <a:pt x="50406" y="16014"/>
                  </a:lnTo>
                  <a:lnTo>
                    <a:pt x="44780" y="7683"/>
                  </a:lnTo>
                  <a:lnTo>
                    <a:pt x="36436" y="2057"/>
                  </a:lnTo>
                  <a:lnTo>
                    <a:pt x="26238" y="0"/>
                  </a:lnTo>
                  <a:lnTo>
                    <a:pt x="16027" y="2057"/>
                  </a:lnTo>
                  <a:lnTo>
                    <a:pt x="7683" y="7683"/>
                  </a:lnTo>
                  <a:lnTo>
                    <a:pt x="2057" y="16014"/>
                  </a:lnTo>
                  <a:lnTo>
                    <a:pt x="0" y="26225"/>
                  </a:lnTo>
                  <a:lnTo>
                    <a:pt x="2057" y="36436"/>
                  </a:lnTo>
                  <a:lnTo>
                    <a:pt x="7683" y="44767"/>
                  </a:lnTo>
                  <a:lnTo>
                    <a:pt x="16027" y="50393"/>
                  </a:lnTo>
                  <a:lnTo>
                    <a:pt x="26238" y="52451"/>
                  </a:lnTo>
                  <a:lnTo>
                    <a:pt x="36436" y="50393"/>
                  </a:lnTo>
                  <a:lnTo>
                    <a:pt x="44780" y="44767"/>
                  </a:lnTo>
                  <a:lnTo>
                    <a:pt x="50406" y="36436"/>
                  </a:lnTo>
                  <a:lnTo>
                    <a:pt x="52463" y="26225"/>
                  </a:lnTo>
                  <a:close/>
                </a:path>
                <a:path w="285115" h="52704">
                  <a:moveTo>
                    <a:pt x="284975" y="26225"/>
                  </a:moveTo>
                  <a:lnTo>
                    <a:pt x="282905" y="16014"/>
                  </a:lnTo>
                  <a:lnTo>
                    <a:pt x="277291" y="7683"/>
                  </a:lnTo>
                  <a:lnTo>
                    <a:pt x="268947" y="2057"/>
                  </a:lnTo>
                  <a:lnTo>
                    <a:pt x="258749" y="0"/>
                  </a:lnTo>
                  <a:lnTo>
                    <a:pt x="248539" y="2057"/>
                  </a:lnTo>
                  <a:lnTo>
                    <a:pt x="240195" y="7683"/>
                  </a:lnTo>
                  <a:lnTo>
                    <a:pt x="234569" y="16014"/>
                  </a:lnTo>
                  <a:lnTo>
                    <a:pt x="232511" y="26225"/>
                  </a:lnTo>
                  <a:lnTo>
                    <a:pt x="234569" y="36436"/>
                  </a:lnTo>
                  <a:lnTo>
                    <a:pt x="240195" y="44767"/>
                  </a:lnTo>
                  <a:lnTo>
                    <a:pt x="248539" y="50393"/>
                  </a:lnTo>
                  <a:lnTo>
                    <a:pt x="258749" y="52451"/>
                  </a:lnTo>
                  <a:lnTo>
                    <a:pt x="268947" y="50393"/>
                  </a:lnTo>
                  <a:lnTo>
                    <a:pt x="277291" y="44767"/>
                  </a:lnTo>
                  <a:lnTo>
                    <a:pt x="282905" y="36436"/>
                  </a:lnTo>
                  <a:lnTo>
                    <a:pt x="284975" y="26225"/>
                  </a:lnTo>
                  <a:close/>
                </a:path>
              </a:pathLst>
            </a:custGeom>
            <a:solidFill>
              <a:srgbClr val="5A6771"/>
            </a:solidFill>
          </p:spPr>
          <p:txBody>
            <a:bodyPr wrap="square" lIns="0" tIns="0" rIns="0" bIns="0" rtlCol="0"/>
            <a:lstStyle/>
            <a:p>
              <a:endParaRPr/>
            </a:p>
          </p:txBody>
        </p:sp>
        <p:pic>
          <p:nvPicPr>
            <p:cNvPr id="197" name="object 197"/>
            <p:cNvPicPr/>
            <p:nvPr/>
          </p:nvPicPr>
          <p:blipFill>
            <a:blip r:embed="rId28" cstate="print"/>
            <a:stretch>
              <a:fillRect/>
            </a:stretch>
          </p:blipFill>
          <p:spPr>
            <a:xfrm>
              <a:off x="12475713" y="4298165"/>
              <a:ext cx="83731" cy="126987"/>
            </a:xfrm>
            <a:prstGeom prst="rect">
              <a:avLst/>
            </a:prstGeom>
          </p:spPr>
        </p:pic>
        <p:pic>
          <p:nvPicPr>
            <p:cNvPr id="198" name="object 198"/>
            <p:cNvPicPr/>
            <p:nvPr/>
          </p:nvPicPr>
          <p:blipFill>
            <a:blip r:embed="rId29" cstate="print"/>
            <a:stretch>
              <a:fillRect/>
            </a:stretch>
          </p:blipFill>
          <p:spPr>
            <a:xfrm>
              <a:off x="12445288" y="4458449"/>
              <a:ext cx="144576" cy="109588"/>
            </a:xfrm>
            <a:prstGeom prst="rect">
              <a:avLst/>
            </a:prstGeom>
          </p:spPr>
        </p:pic>
        <p:sp>
          <p:nvSpPr>
            <p:cNvPr id="199" name="object 199"/>
            <p:cNvSpPr/>
            <p:nvPr/>
          </p:nvSpPr>
          <p:spPr>
            <a:xfrm>
              <a:off x="12357666" y="4224540"/>
              <a:ext cx="87630" cy="23495"/>
            </a:xfrm>
            <a:custGeom>
              <a:avLst/>
              <a:gdLst/>
              <a:ahLst/>
              <a:cxnLst/>
              <a:rect l="l" t="t" r="r" b="b"/>
              <a:pathLst>
                <a:path w="87629" h="23495">
                  <a:moveTo>
                    <a:pt x="87312" y="23047"/>
                  </a:moveTo>
                  <a:lnTo>
                    <a:pt x="60330" y="5962"/>
                  </a:lnTo>
                  <a:lnTo>
                    <a:pt x="42241" y="0"/>
                  </a:lnTo>
                  <a:lnTo>
                    <a:pt x="24860" y="4920"/>
                  </a:lnTo>
                  <a:lnTo>
                    <a:pt x="0" y="20481"/>
                  </a:lnTo>
                </a:path>
              </a:pathLst>
            </a:custGeom>
            <a:ln w="27457">
              <a:solidFill>
                <a:srgbClr val="5A6771"/>
              </a:solidFill>
            </a:ln>
          </p:spPr>
          <p:txBody>
            <a:bodyPr wrap="square" lIns="0" tIns="0" rIns="0" bIns="0" rtlCol="0"/>
            <a:lstStyle/>
            <a:p>
              <a:endParaRPr/>
            </a:p>
          </p:txBody>
        </p:sp>
        <p:sp>
          <p:nvSpPr>
            <p:cNvPr id="200" name="object 200"/>
            <p:cNvSpPr/>
            <p:nvPr/>
          </p:nvSpPr>
          <p:spPr>
            <a:xfrm>
              <a:off x="12590176" y="4224540"/>
              <a:ext cx="87630" cy="23495"/>
            </a:xfrm>
            <a:custGeom>
              <a:avLst/>
              <a:gdLst/>
              <a:ahLst/>
              <a:cxnLst/>
              <a:rect l="l" t="t" r="r" b="b"/>
              <a:pathLst>
                <a:path w="87629" h="23495">
                  <a:moveTo>
                    <a:pt x="0" y="23047"/>
                  </a:moveTo>
                  <a:lnTo>
                    <a:pt x="26981" y="5962"/>
                  </a:lnTo>
                  <a:lnTo>
                    <a:pt x="45070" y="0"/>
                  </a:lnTo>
                  <a:lnTo>
                    <a:pt x="62452" y="4920"/>
                  </a:lnTo>
                  <a:lnTo>
                    <a:pt x="87312" y="20481"/>
                  </a:lnTo>
                </a:path>
              </a:pathLst>
            </a:custGeom>
            <a:ln w="27457">
              <a:solidFill>
                <a:srgbClr val="5A6771"/>
              </a:solidFill>
            </a:ln>
          </p:spPr>
          <p:txBody>
            <a:bodyPr wrap="square" lIns="0" tIns="0" rIns="0" bIns="0" rtlCol="0"/>
            <a:lstStyle/>
            <a:p>
              <a:endParaRPr/>
            </a:p>
          </p:txBody>
        </p:sp>
        <p:sp>
          <p:nvSpPr>
            <p:cNvPr id="201" name="object 201"/>
            <p:cNvSpPr/>
            <p:nvPr/>
          </p:nvSpPr>
          <p:spPr>
            <a:xfrm>
              <a:off x="12269909" y="4024012"/>
              <a:ext cx="495934" cy="622935"/>
            </a:xfrm>
            <a:custGeom>
              <a:avLst/>
              <a:gdLst/>
              <a:ahLst/>
              <a:cxnLst/>
              <a:rect l="l" t="t" r="r" b="b"/>
              <a:pathLst>
                <a:path w="495934" h="622935">
                  <a:moveTo>
                    <a:pt x="112331" y="0"/>
                  </a:moveTo>
                  <a:lnTo>
                    <a:pt x="135405" y="39481"/>
                  </a:lnTo>
                  <a:lnTo>
                    <a:pt x="166213" y="73369"/>
                  </a:lnTo>
                  <a:lnTo>
                    <a:pt x="203411" y="100957"/>
                  </a:lnTo>
                  <a:lnTo>
                    <a:pt x="245651" y="121537"/>
                  </a:lnTo>
                  <a:lnTo>
                    <a:pt x="291588" y="134403"/>
                  </a:lnTo>
                  <a:lnTo>
                    <a:pt x="339877" y="138849"/>
                  </a:lnTo>
                  <a:lnTo>
                    <a:pt x="376805" y="136034"/>
                  </a:lnTo>
                  <a:lnTo>
                    <a:pt x="411967" y="127868"/>
                  </a:lnTo>
                  <a:lnTo>
                    <a:pt x="444945" y="114765"/>
                  </a:lnTo>
                  <a:lnTo>
                    <a:pt x="475322" y="97142"/>
                  </a:lnTo>
                  <a:lnTo>
                    <a:pt x="477520" y="101917"/>
                  </a:lnTo>
                  <a:lnTo>
                    <a:pt x="485136" y="121957"/>
                  </a:lnTo>
                  <a:lnTo>
                    <a:pt x="490724" y="142909"/>
                  </a:lnTo>
                  <a:lnTo>
                    <a:pt x="494164" y="164657"/>
                  </a:lnTo>
                  <a:lnTo>
                    <a:pt x="495338" y="187083"/>
                  </a:lnTo>
                  <a:lnTo>
                    <a:pt x="495338" y="407568"/>
                  </a:lnTo>
                  <a:lnTo>
                    <a:pt x="489654" y="456904"/>
                  </a:lnTo>
                  <a:lnTo>
                    <a:pt x="473466" y="502195"/>
                  </a:lnTo>
                  <a:lnTo>
                    <a:pt x="448064" y="542148"/>
                  </a:lnTo>
                  <a:lnTo>
                    <a:pt x="414741" y="575471"/>
                  </a:lnTo>
                  <a:lnTo>
                    <a:pt x="374788" y="600872"/>
                  </a:lnTo>
                  <a:lnTo>
                    <a:pt x="329498" y="617061"/>
                  </a:lnTo>
                  <a:lnTo>
                    <a:pt x="280162" y="622744"/>
                  </a:lnTo>
                  <a:lnTo>
                    <a:pt x="215176" y="622744"/>
                  </a:lnTo>
                  <a:lnTo>
                    <a:pt x="165839" y="617061"/>
                  </a:lnTo>
                  <a:lnTo>
                    <a:pt x="120549" y="600872"/>
                  </a:lnTo>
                  <a:lnTo>
                    <a:pt x="80596" y="575471"/>
                  </a:lnTo>
                  <a:lnTo>
                    <a:pt x="47273" y="542148"/>
                  </a:lnTo>
                  <a:lnTo>
                    <a:pt x="21871" y="502195"/>
                  </a:lnTo>
                  <a:lnTo>
                    <a:pt x="5683" y="456904"/>
                  </a:lnTo>
                  <a:lnTo>
                    <a:pt x="0" y="407568"/>
                  </a:lnTo>
                  <a:lnTo>
                    <a:pt x="0" y="187083"/>
                  </a:lnTo>
                  <a:lnTo>
                    <a:pt x="5265" y="139930"/>
                  </a:lnTo>
                  <a:lnTo>
                    <a:pt x="20290" y="96488"/>
                  </a:lnTo>
                  <a:lnTo>
                    <a:pt x="43915" y="57914"/>
                  </a:lnTo>
                  <a:lnTo>
                    <a:pt x="74982" y="25366"/>
                  </a:lnTo>
                  <a:lnTo>
                    <a:pt x="112331" y="0"/>
                  </a:lnTo>
                </a:path>
              </a:pathLst>
            </a:custGeom>
            <a:ln w="27457">
              <a:solidFill>
                <a:srgbClr val="5A6771"/>
              </a:solidFill>
            </a:ln>
          </p:spPr>
          <p:txBody>
            <a:bodyPr wrap="square" lIns="0" tIns="0" rIns="0" bIns="0" rtlCol="0"/>
            <a:lstStyle/>
            <a:p>
              <a:endParaRPr/>
            </a:p>
          </p:txBody>
        </p:sp>
        <p:sp>
          <p:nvSpPr>
            <p:cNvPr id="202" name="object 202"/>
            <p:cNvSpPr/>
            <p:nvPr/>
          </p:nvSpPr>
          <p:spPr>
            <a:xfrm>
              <a:off x="12167221" y="3890474"/>
              <a:ext cx="701040" cy="403225"/>
            </a:xfrm>
            <a:custGeom>
              <a:avLst/>
              <a:gdLst/>
              <a:ahLst/>
              <a:cxnLst/>
              <a:rect l="l" t="t" r="r" b="b"/>
              <a:pathLst>
                <a:path w="701040" h="403225">
                  <a:moveTo>
                    <a:pt x="668566" y="403136"/>
                  </a:moveTo>
                  <a:lnTo>
                    <a:pt x="681555" y="395113"/>
                  </a:lnTo>
                  <a:lnTo>
                    <a:pt x="691719" y="383722"/>
                  </a:lnTo>
                  <a:lnTo>
                    <a:pt x="698343" y="369690"/>
                  </a:lnTo>
                  <a:lnTo>
                    <a:pt x="700709" y="353745"/>
                  </a:lnTo>
                  <a:lnTo>
                    <a:pt x="698012" y="336830"/>
                  </a:lnTo>
                  <a:lnTo>
                    <a:pt x="690510" y="322192"/>
                  </a:lnTo>
                  <a:lnTo>
                    <a:pt x="679091" y="310668"/>
                  </a:lnTo>
                  <a:lnTo>
                    <a:pt x="664641" y="303098"/>
                  </a:lnTo>
                  <a:lnTo>
                    <a:pt x="671221" y="295126"/>
                  </a:lnTo>
                  <a:lnTo>
                    <a:pt x="676200" y="285950"/>
                  </a:lnTo>
                  <a:lnTo>
                    <a:pt x="679352" y="275787"/>
                  </a:lnTo>
                  <a:lnTo>
                    <a:pt x="680453" y="264858"/>
                  </a:lnTo>
                  <a:lnTo>
                    <a:pt x="676651" y="244876"/>
                  </a:lnTo>
                  <a:lnTo>
                    <a:pt x="666243" y="228368"/>
                  </a:lnTo>
                  <a:lnTo>
                    <a:pt x="650722" y="216798"/>
                  </a:lnTo>
                  <a:lnTo>
                    <a:pt x="631583" y="211632"/>
                  </a:lnTo>
                  <a:lnTo>
                    <a:pt x="634808" y="205340"/>
                  </a:lnTo>
                  <a:lnTo>
                    <a:pt x="637233" y="198612"/>
                  </a:lnTo>
                  <a:lnTo>
                    <a:pt x="638761" y="191498"/>
                  </a:lnTo>
                  <a:lnTo>
                    <a:pt x="639292" y="184048"/>
                  </a:lnTo>
                  <a:lnTo>
                    <a:pt x="635161" y="163190"/>
                  </a:lnTo>
                  <a:lnTo>
                    <a:pt x="623897" y="146154"/>
                  </a:lnTo>
                  <a:lnTo>
                    <a:pt x="607188" y="134667"/>
                  </a:lnTo>
                  <a:lnTo>
                    <a:pt x="586727" y="130454"/>
                  </a:lnTo>
                  <a:lnTo>
                    <a:pt x="581787" y="130454"/>
                  </a:lnTo>
                  <a:lnTo>
                    <a:pt x="577100" y="131381"/>
                  </a:lnTo>
                  <a:lnTo>
                    <a:pt x="572566" y="132676"/>
                  </a:lnTo>
                  <a:lnTo>
                    <a:pt x="574205" y="127495"/>
                  </a:lnTo>
                  <a:lnTo>
                    <a:pt x="575322" y="122072"/>
                  </a:lnTo>
                  <a:lnTo>
                    <a:pt x="575322" y="116344"/>
                  </a:lnTo>
                  <a:lnTo>
                    <a:pt x="571192" y="95481"/>
                  </a:lnTo>
                  <a:lnTo>
                    <a:pt x="559927" y="78446"/>
                  </a:lnTo>
                  <a:lnTo>
                    <a:pt x="543218" y="66961"/>
                  </a:lnTo>
                  <a:lnTo>
                    <a:pt x="522757" y="62750"/>
                  </a:lnTo>
                  <a:lnTo>
                    <a:pt x="514585" y="63402"/>
                  </a:lnTo>
                  <a:lnTo>
                    <a:pt x="506817" y="65285"/>
                  </a:lnTo>
                  <a:lnTo>
                    <a:pt x="499541" y="68296"/>
                  </a:lnTo>
                  <a:lnTo>
                    <a:pt x="492848" y="72326"/>
                  </a:lnTo>
                  <a:lnTo>
                    <a:pt x="492861" y="71932"/>
                  </a:lnTo>
                  <a:lnTo>
                    <a:pt x="492963" y="71564"/>
                  </a:lnTo>
                  <a:lnTo>
                    <a:pt x="492963" y="71158"/>
                  </a:lnTo>
                  <a:lnTo>
                    <a:pt x="488832" y="50300"/>
                  </a:lnTo>
                  <a:lnTo>
                    <a:pt x="477567" y="33264"/>
                  </a:lnTo>
                  <a:lnTo>
                    <a:pt x="460859" y="21776"/>
                  </a:lnTo>
                  <a:lnTo>
                    <a:pt x="440397" y="17564"/>
                  </a:lnTo>
                  <a:lnTo>
                    <a:pt x="429767" y="18663"/>
                  </a:lnTo>
                  <a:lnTo>
                    <a:pt x="419869" y="21815"/>
                  </a:lnTo>
                  <a:lnTo>
                    <a:pt x="410917" y="26800"/>
                  </a:lnTo>
                  <a:lnTo>
                    <a:pt x="403123" y="33400"/>
                  </a:lnTo>
                  <a:lnTo>
                    <a:pt x="395319" y="19925"/>
                  </a:lnTo>
                  <a:lnTo>
                    <a:pt x="384127" y="9361"/>
                  </a:lnTo>
                  <a:lnTo>
                    <a:pt x="370272" y="2466"/>
                  </a:lnTo>
                  <a:lnTo>
                    <a:pt x="354482" y="0"/>
                  </a:lnTo>
                  <a:lnTo>
                    <a:pt x="336913" y="3088"/>
                  </a:lnTo>
                  <a:lnTo>
                    <a:pt x="321898" y="11636"/>
                  </a:lnTo>
                  <a:lnTo>
                    <a:pt x="310453" y="24570"/>
                  </a:lnTo>
                  <a:lnTo>
                    <a:pt x="303593" y="40817"/>
                  </a:lnTo>
                  <a:lnTo>
                    <a:pt x="295360" y="31264"/>
                  </a:lnTo>
                  <a:lnTo>
                    <a:pt x="285138" y="23928"/>
                  </a:lnTo>
                  <a:lnTo>
                    <a:pt x="273323" y="19224"/>
                  </a:lnTo>
                  <a:lnTo>
                    <a:pt x="260311" y="17564"/>
                  </a:lnTo>
                  <a:lnTo>
                    <a:pt x="239850" y="21776"/>
                  </a:lnTo>
                  <a:lnTo>
                    <a:pt x="223142" y="33264"/>
                  </a:lnTo>
                  <a:lnTo>
                    <a:pt x="211877" y="50300"/>
                  </a:lnTo>
                  <a:lnTo>
                    <a:pt x="207746" y="71158"/>
                  </a:lnTo>
                  <a:lnTo>
                    <a:pt x="207746" y="71564"/>
                  </a:lnTo>
                  <a:lnTo>
                    <a:pt x="207848" y="71932"/>
                  </a:lnTo>
                  <a:lnTo>
                    <a:pt x="207860" y="72326"/>
                  </a:lnTo>
                  <a:lnTo>
                    <a:pt x="201167" y="68296"/>
                  </a:lnTo>
                  <a:lnTo>
                    <a:pt x="193892" y="65285"/>
                  </a:lnTo>
                  <a:lnTo>
                    <a:pt x="186124" y="63402"/>
                  </a:lnTo>
                  <a:lnTo>
                    <a:pt x="177952" y="62750"/>
                  </a:lnTo>
                  <a:lnTo>
                    <a:pt x="157491" y="66961"/>
                  </a:lnTo>
                  <a:lnTo>
                    <a:pt x="140782" y="78446"/>
                  </a:lnTo>
                  <a:lnTo>
                    <a:pt x="129517" y="95481"/>
                  </a:lnTo>
                  <a:lnTo>
                    <a:pt x="125387" y="116344"/>
                  </a:lnTo>
                  <a:lnTo>
                    <a:pt x="125387" y="122072"/>
                  </a:lnTo>
                  <a:lnTo>
                    <a:pt x="126504" y="127495"/>
                  </a:lnTo>
                  <a:lnTo>
                    <a:pt x="128143" y="132676"/>
                  </a:lnTo>
                  <a:lnTo>
                    <a:pt x="123609" y="131381"/>
                  </a:lnTo>
                  <a:lnTo>
                    <a:pt x="118922" y="130454"/>
                  </a:lnTo>
                  <a:lnTo>
                    <a:pt x="113982" y="130454"/>
                  </a:lnTo>
                  <a:lnTo>
                    <a:pt x="93521" y="134667"/>
                  </a:lnTo>
                  <a:lnTo>
                    <a:pt x="76812" y="146154"/>
                  </a:lnTo>
                  <a:lnTo>
                    <a:pt x="65547" y="163190"/>
                  </a:lnTo>
                  <a:lnTo>
                    <a:pt x="61417" y="184048"/>
                  </a:lnTo>
                  <a:lnTo>
                    <a:pt x="61948" y="191498"/>
                  </a:lnTo>
                  <a:lnTo>
                    <a:pt x="63476" y="198612"/>
                  </a:lnTo>
                  <a:lnTo>
                    <a:pt x="65901" y="205340"/>
                  </a:lnTo>
                  <a:lnTo>
                    <a:pt x="69126" y="211632"/>
                  </a:lnTo>
                  <a:lnTo>
                    <a:pt x="49987" y="216798"/>
                  </a:lnTo>
                  <a:lnTo>
                    <a:pt x="34466" y="228368"/>
                  </a:lnTo>
                  <a:lnTo>
                    <a:pt x="24057" y="244876"/>
                  </a:lnTo>
                  <a:lnTo>
                    <a:pt x="20256" y="264858"/>
                  </a:lnTo>
                  <a:lnTo>
                    <a:pt x="21359" y="275787"/>
                  </a:lnTo>
                  <a:lnTo>
                    <a:pt x="24515" y="285950"/>
                  </a:lnTo>
                  <a:lnTo>
                    <a:pt x="29498" y="295126"/>
                  </a:lnTo>
                  <a:lnTo>
                    <a:pt x="36080" y="303098"/>
                  </a:lnTo>
                  <a:lnTo>
                    <a:pt x="21624" y="310668"/>
                  </a:lnTo>
                  <a:lnTo>
                    <a:pt x="10201" y="322192"/>
                  </a:lnTo>
                  <a:lnTo>
                    <a:pt x="2697" y="336830"/>
                  </a:lnTo>
                  <a:lnTo>
                    <a:pt x="0" y="353745"/>
                  </a:lnTo>
                  <a:lnTo>
                    <a:pt x="2366" y="369690"/>
                  </a:lnTo>
                  <a:lnTo>
                    <a:pt x="8990" y="383722"/>
                  </a:lnTo>
                  <a:lnTo>
                    <a:pt x="19154" y="395113"/>
                  </a:lnTo>
                  <a:lnTo>
                    <a:pt x="32143" y="403136"/>
                  </a:lnTo>
                </a:path>
              </a:pathLst>
            </a:custGeom>
            <a:ln w="27457">
              <a:solidFill>
                <a:srgbClr val="5A6771"/>
              </a:solidFill>
            </a:ln>
          </p:spPr>
          <p:txBody>
            <a:bodyPr wrap="square" lIns="0" tIns="0" rIns="0" bIns="0" rtlCol="0"/>
            <a:lstStyle/>
            <a:p>
              <a:endParaRPr/>
            </a:p>
          </p:txBody>
        </p:sp>
        <p:sp>
          <p:nvSpPr>
            <p:cNvPr id="203" name="object 203"/>
            <p:cNvSpPr/>
            <p:nvPr/>
          </p:nvSpPr>
          <p:spPr>
            <a:xfrm>
              <a:off x="12267615" y="4660224"/>
              <a:ext cx="102870" cy="302895"/>
            </a:xfrm>
            <a:custGeom>
              <a:avLst/>
              <a:gdLst/>
              <a:ahLst/>
              <a:cxnLst/>
              <a:rect l="l" t="t" r="r" b="b"/>
              <a:pathLst>
                <a:path w="102870" h="302895">
                  <a:moveTo>
                    <a:pt x="0" y="302399"/>
                  </a:moveTo>
                  <a:lnTo>
                    <a:pt x="0" y="16141"/>
                  </a:lnTo>
                  <a:lnTo>
                    <a:pt x="0" y="7226"/>
                  </a:lnTo>
                  <a:lnTo>
                    <a:pt x="7226" y="0"/>
                  </a:lnTo>
                  <a:lnTo>
                    <a:pt x="16141" y="0"/>
                  </a:lnTo>
                  <a:lnTo>
                    <a:pt x="86652" y="0"/>
                  </a:lnTo>
                  <a:lnTo>
                    <a:pt x="95567" y="0"/>
                  </a:lnTo>
                  <a:lnTo>
                    <a:pt x="102793" y="7226"/>
                  </a:lnTo>
                  <a:lnTo>
                    <a:pt x="102793" y="16141"/>
                  </a:lnTo>
                  <a:lnTo>
                    <a:pt x="102793" y="302399"/>
                  </a:lnTo>
                </a:path>
              </a:pathLst>
            </a:custGeom>
            <a:ln w="27457">
              <a:solidFill>
                <a:srgbClr val="5A6771"/>
              </a:solidFill>
            </a:ln>
          </p:spPr>
          <p:txBody>
            <a:bodyPr wrap="square" lIns="0" tIns="0" rIns="0" bIns="0" rtlCol="0"/>
            <a:lstStyle/>
            <a:p>
              <a:endParaRPr/>
            </a:p>
          </p:txBody>
        </p:sp>
        <p:sp>
          <p:nvSpPr>
            <p:cNvPr id="204" name="object 204"/>
            <p:cNvSpPr/>
            <p:nvPr/>
          </p:nvSpPr>
          <p:spPr>
            <a:xfrm>
              <a:off x="12664739" y="4660224"/>
              <a:ext cx="102870" cy="302895"/>
            </a:xfrm>
            <a:custGeom>
              <a:avLst/>
              <a:gdLst/>
              <a:ahLst/>
              <a:cxnLst/>
              <a:rect l="l" t="t" r="r" b="b"/>
              <a:pathLst>
                <a:path w="102870" h="302895">
                  <a:moveTo>
                    <a:pt x="0" y="302399"/>
                  </a:moveTo>
                  <a:lnTo>
                    <a:pt x="0" y="16141"/>
                  </a:lnTo>
                  <a:lnTo>
                    <a:pt x="0" y="7226"/>
                  </a:lnTo>
                  <a:lnTo>
                    <a:pt x="7226" y="0"/>
                  </a:lnTo>
                  <a:lnTo>
                    <a:pt x="16141" y="0"/>
                  </a:lnTo>
                  <a:lnTo>
                    <a:pt x="86652" y="0"/>
                  </a:lnTo>
                  <a:lnTo>
                    <a:pt x="95567" y="0"/>
                  </a:lnTo>
                  <a:lnTo>
                    <a:pt x="102793" y="7226"/>
                  </a:lnTo>
                  <a:lnTo>
                    <a:pt x="102793" y="16141"/>
                  </a:lnTo>
                  <a:lnTo>
                    <a:pt x="102793" y="302399"/>
                  </a:lnTo>
                </a:path>
              </a:pathLst>
            </a:custGeom>
            <a:ln w="27457">
              <a:solidFill>
                <a:srgbClr val="5A6771"/>
              </a:solidFill>
            </a:ln>
          </p:spPr>
          <p:txBody>
            <a:bodyPr wrap="square" lIns="0" tIns="0" rIns="0" bIns="0" rtlCol="0"/>
            <a:lstStyle/>
            <a:p>
              <a:endParaRPr/>
            </a:p>
          </p:txBody>
        </p:sp>
        <p:sp>
          <p:nvSpPr>
            <p:cNvPr id="205" name="object 205"/>
            <p:cNvSpPr/>
            <p:nvPr/>
          </p:nvSpPr>
          <p:spPr>
            <a:xfrm>
              <a:off x="12731376" y="4551503"/>
              <a:ext cx="104775" cy="313690"/>
            </a:xfrm>
            <a:custGeom>
              <a:avLst/>
              <a:gdLst/>
              <a:ahLst/>
              <a:cxnLst/>
              <a:rect l="l" t="t" r="r" b="b"/>
              <a:pathLst>
                <a:path w="104775" h="313689">
                  <a:moveTo>
                    <a:pt x="0" y="0"/>
                  </a:moveTo>
                  <a:lnTo>
                    <a:pt x="34883" y="25433"/>
                  </a:lnTo>
                  <a:lnTo>
                    <a:pt x="63851" y="57337"/>
                  </a:lnTo>
                  <a:lnTo>
                    <a:pt x="85848" y="94658"/>
                  </a:lnTo>
                  <a:lnTo>
                    <a:pt x="99819" y="136341"/>
                  </a:lnTo>
                  <a:lnTo>
                    <a:pt x="104711" y="181330"/>
                  </a:lnTo>
                  <a:lnTo>
                    <a:pt x="104711" y="313499"/>
                  </a:lnTo>
                </a:path>
              </a:pathLst>
            </a:custGeom>
            <a:ln w="27457">
              <a:solidFill>
                <a:srgbClr val="5A6771"/>
              </a:solidFill>
            </a:ln>
          </p:spPr>
          <p:txBody>
            <a:bodyPr wrap="square" lIns="0" tIns="0" rIns="0" bIns="0" rtlCol="0"/>
            <a:lstStyle/>
            <a:p>
              <a:endParaRPr/>
            </a:p>
          </p:txBody>
        </p:sp>
        <p:sp>
          <p:nvSpPr>
            <p:cNvPr id="206" name="object 206"/>
            <p:cNvSpPr/>
            <p:nvPr/>
          </p:nvSpPr>
          <p:spPr>
            <a:xfrm>
              <a:off x="12199071" y="4559076"/>
              <a:ext cx="92710" cy="306070"/>
            </a:xfrm>
            <a:custGeom>
              <a:avLst/>
              <a:gdLst/>
              <a:ahLst/>
              <a:cxnLst/>
              <a:rect l="l" t="t" r="r" b="b"/>
              <a:pathLst>
                <a:path w="92709" h="306070">
                  <a:moveTo>
                    <a:pt x="0" y="305993"/>
                  </a:moveTo>
                  <a:lnTo>
                    <a:pt x="0" y="173761"/>
                  </a:lnTo>
                  <a:lnTo>
                    <a:pt x="6630" y="121513"/>
                  </a:lnTo>
                  <a:lnTo>
                    <a:pt x="25403" y="74017"/>
                  </a:lnTo>
                  <a:lnTo>
                    <a:pt x="54638" y="32952"/>
                  </a:lnTo>
                  <a:lnTo>
                    <a:pt x="92659" y="0"/>
                  </a:lnTo>
                </a:path>
              </a:pathLst>
            </a:custGeom>
            <a:ln w="27457">
              <a:solidFill>
                <a:srgbClr val="5A6771"/>
              </a:solidFill>
            </a:ln>
          </p:spPr>
          <p:txBody>
            <a:bodyPr wrap="square" lIns="0" tIns="0" rIns="0" bIns="0" rtlCol="0"/>
            <a:lstStyle/>
            <a:p>
              <a:endParaRPr/>
            </a:p>
          </p:txBody>
        </p:sp>
        <p:sp>
          <p:nvSpPr>
            <p:cNvPr id="207" name="object 207"/>
            <p:cNvSpPr/>
            <p:nvPr/>
          </p:nvSpPr>
          <p:spPr>
            <a:xfrm>
              <a:off x="12269679" y="4805934"/>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208" name="object 208"/>
            <p:cNvSpPr/>
            <p:nvPr/>
          </p:nvSpPr>
          <p:spPr>
            <a:xfrm>
              <a:off x="12269679" y="4865775"/>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209" name="object 209"/>
            <p:cNvSpPr/>
            <p:nvPr/>
          </p:nvSpPr>
          <p:spPr>
            <a:xfrm>
              <a:off x="12672063" y="4805934"/>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sp>
          <p:nvSpPr>
            <p:cNvPr id="210" name="object 210"/>
            <p:cNvSpPr/>
            <p:nvPr/>
          </p:nvSpPr>
          <p:spPr>
            <a:xfrm>
              <a:off x="12672063" y="4865775"/>
              <a:ext cx="88265" cy="0"/>
            </a:xfrm>
            <a:custGeom>
              <a:avLst/>
              <a:gdLst/>
              <a:ahLst/>
              <a:cxnLst/>
              <a:rect l="l" t="t" r="r" b="b"/>
              <a:pathLst>
                <a:path w="88265">
                  <a:moveTo>
                    <a:pt x="0" y="0"/>
                  </a:moveTo>
                  <a:lnTo>
                    <a:pt x="88150" y="0"/>
                  </a:lnTo>
                </a:path>
              </a:pathLst>
            </a:custGeom>
            <a:ln w="27457">
              <a:solidFill>
                <a:srgbClr val="5A6771"/>
              </a:solidFill>
            </a:ln>
          </p:spPr>
          <p:txBody>
            <a:bodyPr wrap="square" lIns="0" tIns="0" rIns="0" bIns="0" rtlCol="0"/>
            <a:lstStyle/>
            <a:p>
              <a:endParaRPr/>
            </a:p>
          </p:txBody>
        </p:sp>
      </p:grpSp>
      <p:grpSp>
        <p:nvGrpSpPr>
          <p:cNvPr id="211" name="object 211"/>
          <p:cNvGrpSpPr/>
          <p:nvPr/>
        </p:nvGrpSpPr>
        <p:grpSpPr>
          <a:xfrm>
            <a:off x="1472411" y="5724953"/>
            <a:ext cx="1163320" cy="1240155"/>
            <a:chOff x="1472411" y="5724953"/>
            <a:chExt cx="1163320" cy="1240155"/>
          </a:xfrm>
        </p:grpSpPr>
        <p:sp>
          <p:nvSpPr>
            <p:cNvPr id="212" name="object 212"/>
            <p:cNvSpPr/>
            <p:nvPr/>
          </p:nvSpPr>
          <p:spPr>
            <a:xfrm>
              <a:off x="1472411" y="5724953"/>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213" name="object 213"/>
            <p:cNvSpPr/>
            <p:nvPr/>
          </p:nvSpPr>
          <p:spPr>
            <a:xfrm>
              <a:off x="1721570" y="5852600"/>
              <a:ext cx="667385" cy="1097915"/>
            </a:xfrm>
            <a:custGeom>
              <a:avLst/>
              <a:gdLst/>
              <a:ahLst/>
              <a:cxnLst/>
              <a:rect l="l" t="t" r="r" b="b"/>
              <a:pathLst>
                <a:path w="667385" h="1097915">
                  <a:moveTo>
                    <a:pt x="401269" y="0"/>
                  </a:moveTo>
                  <a:lnTo>
                    <a:pt x="347214" y="6822"/>
                  </a:lnTo>
                  <a:lnTo>
                    <a:pt x="297073" y="26417"/>
                  </a:lnTo>
                  <a:lnTo>
                    <a:pt x="253145" y="57473"/>
                  </a:lnTo>
                  <a:lnTo>
                    <a:pt x="217728" y="98678"/>
                  </a:lnTo>
                  <a:lnTo>
                    <a:pt x="207945" y="95974"/>
                  </a:lnTo>
                  <a:lnTo>
                    <a:pt x="197983" y="94037"/>
                  </a:lnTo>
                  <a:lnTo>
                    <a:pt x="187864" y="92871"/>
                  </a:lnTo>
                  <a:lnTo>
                    <a:pt x="177609" y="92481"/>
                  </a:lnTo>
                  <a:lnTo>
                    <a:pt x="135894" y="99229"/>
                  </a:lnTo>
                  <a:lnTo>
                    <a:pt x="99629" y="118011"/>
                  </a:lnTo>
                  <a:lnTo>
                    <a:pt x="71008" y="146632"/>
                  </a:lnTo>
                  <a:lnTo>
                    <a:pt x="52226" y="182897"/>
                  </a:lnTo>
                  <a:lnTo>
                    <a:pt x="45478" y="224612"/>
                  </a:lnTo>
                  <a:lnTo>
                    <a:pt x="45478" y="417563"/>
                  </a:lnTo>
                  <a:lnTo>
                    <a:pt x="45783" y="418528"/>
                  </a:lnTo>
                  <a:lnTo>
                    <a:pt x="30285" y="429874"/>
                  </a:lnTo>
                  <a:lnTo>
                    <a:pt x="18267" y="444831"/>
                  </a:lnTo>
                  <a:lnTo>
                    <a:pt x="10495" y="462639"/>
                  </a:lnTo>
                  <a:lnTo>
                    <a:pt x="7734" y="482536"/>
                  </a:lnTo>
                  <a:lnTo>
                    <a:pt x="13474" y="510884"/>
                  </a:lnTo>
                  <a:lnTo>
                    <a:pt x="29116" y="534058"/>
                  </a:lnTo>
                  <a:lnTo>
                    <a:pt x="52295" y="549696"/>
                  </a:lnTo>
                  <a:lnTo>
                    <a:pt x="80645" y="555434"/>
                  </a:lnTo>
                  <a:lnTo>
                    <a:pt x="82753" y="555434"/>
                  </a:lnTo>
                  <a:lnTo>
                    <a:pt x="82753" y="598792"/>
                  </a:lnTo>
                  <a:lnTo>
                    <a:pt x="89609" y="647462"/>
                  </a:lnTo>
                  <a:lnTo>
                    <a:pt x="108893" y="690908"/>
                  </a:lnTo>
                  <a:lnTo>
                    <a:pt x="138676" y="727207"/>
                  </a:lnTo>
                  <a:lnTo>
                    <a:pt x="177028" y="754441"/>
                  </a:lnTo>
                  <a:lnTo>
                    <a:pt x="222021" y="770686"/>
                  </a:lnTo>
                  <a:lnTo>
                    <a:pt x="179734" y="789119"/>
                  </a:lnTo>
                  <a:lnTo>
                    <a:pt x="140909" y="812905"/>
                  </a:lnTo>
                  <a:lnTo>
                    <a:pt x="105949" y="841514"/>
                  </a:lnTo>
                  <a:lnTo>
                    <a:pt x="75260" y="874414"/>
                  </a:lnTo>
                  <a:lnTo>
                    <a:pt x="49244" y="911072"/>
                  </a:lnTo>
                  <a:lnTo>
                    <a:pt x="28305" y="950959"/>
                  </a:lnTo>
                  <a:lnTo>
                    <a:pt x="12849" y="993541"/>
                  </a:lnTo>
                  <a:lnTo>
                    <a:pt x="3279" y="1038288"/>
                  </a:lnTo>
                  <a:lnTo>
                    <a:pt x="0" y="1084668"/>
                  </a:lnTo>
                  <a:lnTo>
                    <a:pt x="0" y="1091907"/>
                  </a:lnTo>
                  <a:lnTo>
                    <a:pt x="5854" y="1097775"/>
                  </a:lnTo>
                  <a:lnTo>
                    <a:pt x="660908" y="1097775"/>
                  </a:lnTo>
                  <a:lnTo>
                    <a:pt x="666775" y="1091907"/>
                  </a:lnTo>
                  <a:lnTo>
                    <a:pt x="666775" y="1084668"/>
                  </a:lnTo>
                  <a:lnTo>
                    <a:pt x="663495" y="1038288"/>
                  </a:lnTo>
                  <a:lnTo>
                    <a:pt x="653924" y="993541"/>
                  </a:lnTo>
                  <a:lnTo>
                    <a:pt x="638466" y="950959"/>
                  </a:lnTo>
                  <a:lnTo>
                    <a:pt x="617527" y="911072"/>
                  </a:lnTo>
                  <a:lnTo>
                    <a:pt x="591510" y="874414"/>
                  </a:lnTo>
                  <a:lnTo>
                    <a:pt x="560819" y="841514"/>
                  </a:lnTo>
                  <a:lnTo>
                    <a:pt x="525860" y="812905"/>
                  </a:lnTo>
                  <a:lnTo>
                    <a:pt x="487037" y="789119"/>
                  </a:lnTo>
                  <a:lnTo>
                    <a:pt x="444754" y="770686"/>
                  </a:lnTo>
                  <a:lnTo>
                    <a:pt x="489747" y="754441"/>
                  </a:lnTo>
                  <a:lnTo>
                    <a:pt x="528099" y="727207"/>
                  </a:lnTo>
                  <a:lnTo>
                    <a:pt x="557881" y="690908"/>
                  </a:lnTo>
                  <a:lnTo>
                    <a:pt x="577165" y="647462"/>
                  </a:lnTo>
                  <a:lnTo>
                    <a:pt x="584022" y="598792"/>
                  </a:lnTo>
                  <a:lnTo>
                    <a:pt x="584022" y="556831"/>
                  </a:lnTo>
                  <a:lnTo>
                    <a:pt x="590410" y="556831"/>
                  </a:lnTo>
                  <a:lnTo>
                    <a:pt x="618758" y="551093"/>
                  </a:lnTo>
                  <a:lnTo>
                    <a:pt x="641932" y="535457"/>
                  </a:lnTo>
                  <a:lnTo>
                    <a:pt x="657570" y="512286"/>
                  </a:lnTo>
                  <a:lnTo>
                    <a:pt x="663308" y="483946"/>
                  </a:lnTo>
                  <a:lnTo>
                    <a:pt x="660607" y="464272"/>
                  </a:lnTo>
                  <a:lnTo>
                    <a:pt x="653000" y="446638"/>
                  </a:lnTo>
                  <a:lnTo>
                    <a:pt x="641228" y="431773"/>
                  </a:lnTo>
                  <a:lnTo>
                    <a:pt x="626033" y="420408"/>
                  </a:lnTo>
                  <a:lnTo>
                    <a:pt x="626033" y="255104"/>
                  </a:lnTo>
                  <a:lnTo>
                    <a:pt x="652324" y="209583"/>
                  </a:lnTo>
                  <a:lnTo>
                    <a:pt x="659180" y="188823"/>
                  </a:lnTo>
                  <a:lnTo>
                    <a:pt x="658393" y="184569"/>
                  </a:lnTo>
                  <a:lnTo>
                    <a:pt x="653453" y="178015"/>
                  </a:lnTo>
                  <a:lnTo>
                    <a:pt x="649579" y="176072"/>
                  </a:lnTo>
                  <a:lnTo>
                    <a:pt x="616902" y="176072"/>
                  </a:lnTo>
                  <a:lnTo>
                    <a:pt x="601024" y="127911"/>
                  </a:lnTo>
                  <a:lnTo>
                    <a:pt x="575024" y="85471"/>
                  </a:lnTo>
                  <a:lnTo>
                    <a:pt x="540475" y="50107"/>
                  </a:lnTo>
                  <a:lnTo>
                    <a:pt x="498951" y="23172"/>
                  </a:lnTo>
                  <a:lnTo>
                    <a:pt x="452025" y="6018"/>
                  </a:lnTo>
                  <a:lnTo>
                    <a:pt x="401269" y="0"/>
                  </a:lnTo>
                  <a:close/>
                </a:path>
              </a:pathLst>
            </a:custGeom>
            <a:solidFill>
              <a:srgbClr val="FFFFFF"/>
            </a:solidFill>
          </p:spPr>
          <p:txBody>
            <a:bodyPr wrap="square" lIns="0" tIns="0" rIns="0" bIns="0" rtlCol="0"/>
            <a:lstStyle/>
            <a:p>
              <a:endParaRPr/>
            </a:p>
          </p:txBody>
        </p:sp>
        <p:sp>
          <p:nvSpPr>
            <p:cNvPr id="214" name="object 214"/>
            <p:cNvSpPr/>
            <p:nvPr/>
          </p:nvSpPr>
          <p:spPr>
            <a:xfrm>
              <a:off x="1722343" y="6631782"/>
              <a:ext cx="665480" cy="320040"/>
            </a:xfrm>
            <a:custGeom>
              <a:avLst/>
              <a:gdLst/>
              <a:ahLst/>
              <a:cxnLst/>
              <a:rect l="l" t="t" r="r" b="b"/>
              <a:pathLst>
                <a:path w="665480" h="320040">
                  <a:moveTo>
                    <a:pt x="424306" y="0"/>
                  </a:moveTo>
                  <a:lnTo>
                    <a:pt x="240690" y="0"/>
                  </a:lnTo>
                  <a:lnTo>
                    <a:pt x="195836" y="16458"/>
                  </a:lnTo>
                  <a:lnTo>
                    <a:pt x="154272" y="38911"/>
                  </a:lnTo>
                  <a:lnTo>
                    <a:pt x="116527" y="66832"/>
                  </a:lnTo>
                  <a:lnTo>
                    <a:pt x="83133" y="99690"/>
                  </a:lnTo>
                  <a:lnTo>
                    <a:pt x="54620" y="136959"/>
                  </a:lnTo>
                  <a:lnTo>
                    <a:pt x="31520" y="178108"/>
                  </a:lnTo>
                  <a:lnTo>
                    <a:pt x="14362" y="222610"/>
                  </a:lnTo>
                  <a:lnTo>
                    <a:pt x="3679" y="269936"/>
                  </a:lnTo>
                  <a:lnTo>
                    <a:pt x="0" y="319557"/>
                  </a:lnTo>
                  <a:lnTo>
                    <a:pt x="664997" y="319557"/>
                  </a:lnTo>
                  <a:lnTo>
                    <a:pt x="661318" y="269936"/>
                  </a:lnTo>
                  <a:lnTo>
                    <a:pt x="650634" y="222610"/>
                  </a:lnTo>
                  <a:lnTo>
                    <a:pt x="633476" y="178108"/>
                  </a:lnTo>
                  <a:lnTo>
                    <a:pt x="610376" y="136959"/>
                  </a:lnTo>
                  <a:lnTo>
                    <a:pt x="581863" y="99690"/>
                  </a:lnTo>
                  <a:lnTo>
                    <a:pt x="548469" y="66832"/>
                  </a:lnTo>
                  <a:lnTo>
                    <a:pt x="510725" y="38911"/>
                  </a:lnTo>
                  <a:lnTo>
                    <a:pt x="469160" y="16458"/>
                  </a:lnTo>
                  <a:lnTo>
                    <a:pt x="424306" y="0"/>
                  </a:lnTo>
                  <a:close/>
                </a:path>
              </a:pathLst>
            </a:custGeom>
            <a:solidFill>
              <a:srgbClr val="FFFFFF"/>
            </a:solidFill>
          </p:spPr>
          <p:txBody>
            <a:bodyPr wrap="square" lIns="0" tIns="0" rIns="0" bIns="0" rtlCol="0"/>
            <a:lstStyle/>
            <a:p>
              <a:endParaRPr/>
            </a:p>
          </p:txBody>
        </p:sp>
        <p:sp>
          <p:nvSpPr>
            <p:cNvPr id="215" name="object 215"/>
            <p:cNvSpPr/>
            <p:nvPr/>
          </p:nvSpPr>
          <p:spPr>
            <a:xfrm>
              <a:off x="1722343" y="6631782"/>
              <a:ext cx="665480" cy="320040"/>
            </a:xfrm>
            <a:custGeom>
              <a:avLst/>
              <a:gdLst/>
              <a:ahLst/>
              <a:cxnLst/>
              <a:rect l="l" t="t" r="r" b="b"/>
              <a:pathLst>
                <a:path w="665480" h="320040">
                  <a:moveTo>
                    <a:pt x="240690" y="0"/>
                  </a:moveTo>
                  <a:lnTo>
                    <a:pt x="195836" y="16458"/>
                  </a:lnTo>
                  <a:lnTo>
                    <a:pt x="154272" y="38911"/>
                  </a:lnTo>
                  <a:lnTo>
                    <a:pt x="116527" y="66832"/>
                  </a:lnTo>
                  <a:lnTo>
                    <a:pt x="83133" y="99690"/>
                  </a:lnTo>
                  <a:lnTo>
                    <a:pt x="54620" y="136959"/>
                  </a:lnTo>
                  <a:lnTo>
                    <a:pt x="31520" y="178108"/>
                  </a:lnTo>
                  <a:lnTo>
                    <a:pt x="14362" y="222610"/>
                  </a:lnTo>
                  <a:lnTo>
                    <a:pt x="3679" y="269936"/>
                  </a:lnTo>
                  <a:lnTo>
                    <a:pt x="0" y="319557"/>
                  </a:lnTo>
                  <a:lnTo>
                    <a:pt x="240690" y="319557"/>
                  </a:lnTo>
                  <a:lnTo>
                    <a:pt x="431063" y="319557"/>
                  </a:lnTo>
                  <a:lnTo>
                    <a:pt x="664997" y="319557"/>
                  </a:lnTo>
                  <a:lnTo>
                    <a:pt x="661318" y="269936"/>
                  </a:lnTo>
                  <a:lnTo>
                    <a:pt x="650634" y="222610"/>
                  </a:lnTo>
                  <a:lnTo>
                    <a:pt x="633476" y="178108"/>
                  </a:lnTo>
                  <a:lnTo>
                    <a:pt x="610376" y="136959"/>
                  </a:lnTo>
                  <a:lnTo>
                    <a:pt x="581863" y="99690"/>
                  </a:lnTo>
                  <a:lnTo>
                    <a:pt x="548469" y="66832"/>
                  </a:lnTo>
                  <a:lnTo>
                    <a:pt x="510725" y="38911"/>
                  </a:lnTo>
                  <a:lnTo>
                    <a:pt x="469160" y="16458"/>
                  </a:lnTo>
                  <a:lnTo>
                    <a:pt x="424306" y="0"/>
                  </a:lnTo>
                </a:path>
              </a:pathLst>
            </a:custGeom>
            <a:ln w="27190">
              <a:solidFill>
                <a:srgbClr val="5A6771"/>
              </a:solidFill>
            </a:ln>
          </p:spPr>
          <p:txBody>
            <a:bodyPr wrap="square" lIns="0" tIns="0" rIns="0" bIns="0" rtlCol="0"/>
            <a:lstStyle/>
            <a:p>
              <a:endParaRPr/>
            </a:p>
          </p:txBody>
        </p:sp>
        <p:pic>
          <p:nvPicPr>
            <p:cNvPr id="216" name="object 216"/>
            <p:cNvPicPr/>
            <p:nvPr/>
          </p:nvPicPr>
          <p:blipFill>
            <a:blip r:embed="rId30" cstate="print"/>
            <a:stretch>
              <a:fillRect/>
            </a:stretch>
          </p:blipFill>
          <p:spPr>
            <a:xfrm>
              <a:off x="1716793" y="6250580"/>
              <a:ext cx="104571" cy="151358"/>
            </a:xfrm>
            <a:prstGeom prst="rect">
              <a:avLst/>
            </a:prstGeom>
          </p:spPr>
        </p:pic>
        <p:pic>
          <p:nvPicPr>
            <p:cNvPr id="217" name="object 217"/>
            <p:cNvPicPr/>
            <p:nvPr/>
          </p:nvPicPr>
          <p:blipFill>
            <a:blip r:embed="rId31" cstate="print"/>
            <a:stretch>
              <a:fillRect/>
            </a:stretch>
          </p:blipFill>
          <p:spPr>
            <a:xfrm>
              <a:off x="2292761" y="6252036"/>
              <a:ext cx="104571" cy="151358"/>
            </a:xfrm>
            <a:prstGeom prst="rect">
              <a:avLst/>
            </a:prstGeom>
          </p:spPr>
        </p:pic>
        <p:pic>
          <p:nvPicPr>
            <p:cNvPr id="218" name="object 218"/>
            <p:cNvPicPr/>
            <p:nvPr/>
          </p:nvPicPr>
          <p:blipFill>
            <a:blip r:embed="rId32" cstate="print"/>
            <a:stretch>
              <a:fillRect/>
            </a:stretch>
          </p:blipFill>
          <p:spPr>
            <a:xfrm>
              <a:off x="1949441" y="6609877"/>
              <a:ext cx="210807" cy="140652"/>
            </a:xfrm>
            <a:prstGeom prst="rect">
              <a:avLst/>
            </a:prstGeom>
          </p:spPr>
        </p:pic>
        <p:sp>
          <p:nvSpPr>
            <p:cNvPr id="219" name="object 219"/>
            <p:cNvSpPr/>
            <p:nvPr/>
          </p:nvSpPr>
          <p:spPr>
            <a:xfrm>
              <a:off x="1912975" y="6276073"/>
              <a:ext cx="283845" cy="52705"/>
            </a:xfrm>
            <a:custGeom>
              <a:avLst/>
              <a:gdLst/>
              <a:ahLst/>
              <a:cxnLst/>
              <a:rect l="l" t="t" r="r" b="b"/>
              <a:pathLst>
                <a:path w="283844" h="52704">
                  <a:moveTo>
                    <a:pt x="52235" y="26111"/>
                  </a:moveTo>
                  <a:lnTo>
                    <a:pt x="50177" y="15938"/>
                  </a:lnTo>
                  <a:lnTo>
                    <a:pt x="44577" y="7645"/>
                  </a:lnTo>
                  <a:lnTo>
                    <a:pt x="36283" y="2044"/>
                  </a:lnTo>
                  <a:lnTo>
                    <a:pt x="26123" y="0"/>
                  </a:lnTo>
                  <a:lnTo>
                    <a:pt x="15951" y="2044"/>
                  </a:lnTo>
                  <a:lnTo>
                    <a:pt x="7645" y="7645"/>
                  </a:lnTo>
                  <a:lnTo>
                    <a:pt x="2044" y="15938"/>
                  </a:lnTo>
                  <a:lnTo>
                    <a:pt x="0" y="26111"/>
                  </a:lnTo>
                  <a:lnTo>
                    <a:pt x="2044" y="36271"/>
                  </a:lnTo>
                  <a:lnTo>
                    <a:pt x="7645" y="44577"/>
                  </a:lnTo>
                  <a:lnTo>
                    <a:pt x="15951" y="50165"/>
                  </a:lnTo>
                  <a:lnTo>
                    <a:pt x="26123" y="52222"/>
                  </a:lnTo>
                  <a:lnTo>
                    <a:pt x="36283" y="50165"/>
                  </a:lnTo>
                  <a:lnTo>
                    <a:pt x="44577" y="44577"/>
                  </a:lnTo>
                  <a:lnTo>
                    <a:pt x="50177" y="36271"/>
                  </a:lnTo>
                  <a:lnTo>
                    <a:pt x="52235" y="26111"/>
                  </a:lnTo>
                  <a:close/>
                </a:path>
                <a:path w="283844" h="52704">
                  <a:moveTo>
                    <a:pt x="283730" y="26111"/>
                  </a:moveTo>
                  <a:lnTo>
                    <a:pt x="281673" y="15938"/>
                  </a:lnTo>
                  <a:lnTo>
                    <a:pt x="276072" y="7645"/>
                  </a:lnTo>
                  <a:lnTo>
                    <a:pt x="267779" y="2044"/>
                  </a:lnTo>
                  <a:lnTo>
                    <a:pt x="257619" y="0"/>
                  </a:lnTo>
                  <a:lnTo>
                    <a:pt x="247446" y="2044"/>
                  </a:lnTo>
                  <a:lnTo>
                    <a:pt x="239141" y="7645"/>
                  </a:lnTo>
                  <a:lnTo>
                    <a:pt x="233540" y="15938"/>
                  </a:lnTo>
                  <a:lnTo>
                    <a:pt x="231495" y="26111"/>
                  </a:lnTo>
                  <a:lnTo>
                    <a:pt x="233540" y="36271"/>
                  </a:lnTo>
                  <a:lnTo>
                    <a:pt x="239141" y="44577"/>
                  </a:lnTo>
                  <a:lnTo>
                    <a:pt x="247446" y="50165"/>
                  </a:lnTo>
                  <a:lnTo>
                    <a:pt x="257619" y="52222"/>
                  </a:lnTo>
                  <a:lnTo>
                    <a:pt x="267779" y="50165"/>
                  </a:lnTo>
                  <a:lnTo>
                    <a:pt x="276072" y="44577"/>
                  </a:lnTo>
                  <a:lnTo>
                    <a:pt x="281673" y="36271"/>
                  </a:lnTo>
                  <a:lnTo>
                    <a:pt x="283730" y="26111"/>
                  </a:lnTo>
                  <a:close/>
                </a:path>
              </a:pathLst>
            </a:custGeom>
            <a:solidFill>
              <a:srgbClr val="5A6771"/>
            </a:solidFill>
          </p:spPr>
          <p:txBody>
            <a:bodyPr wrap="square" lIns="0" tIns="0" rIns="0" bIns="0" rtlCol="0"/>
            <a:lstStyle/>
            <a:p>
              <a:endParaRPr/>
            </a:p>
          </p:txBody>
        </p:sp>
        <p:pic>
          <p:nvPicPr>
            <p:cNvPr id="220" name="object 220"/>
            <p:cNvPicPr/>
            <p:nvPr/>
          </p:nvPicPr>
          <p:blipFill>
            <a:blip r:embed="rId33" cstate="print"/>
            <a:stretch>
              <a:fillRect/>
            </a:stretch>
          </p:blipFill>
          <p:spPr>
            <a:xfrm>
              <a:off x="2013231" y="6284897"/>
              <a:ext cx="83223" cy="126288"/>
            </a:xfrm>
            <a:prstGeom prst="rect">
              <a:avLst/>
            </a:prstGeom>
          </p:spPr>
        </p:pic>
        <p:pic>
          <p:nvPicPr>
            <p:cNvPr id="221" name="object 221"/>
            <p:cNvPicPr/>
            <p:nvPr/>
          </p:nvPicPr>
          <p:blipFill>
            <a:blip r:embed="rId34" cstate="print"/>
            <a:stretch>
              <a:fillRect/>
            </a:stretch>
          </p:blipFill>
          <p:spPr>
            <a:xfrm>
              <a:off x="1964578" y="6431606"/>
              <a:ext cx="180530" cy="134721"/>
            </a:xfrm>
            <a:prstGeom prst="rect">
              <a:avLst/>
            </a:prstGeom>
          </p:spPr>
        </p:pic>
        <p:sp>
          <p:nvSpPr>
            <p:cNvPr id="222" name="object 222"/>
            <p:cNvSpPr/>
            <p:nvPr/>
          </p:nvSpPr>
          <p:spPr>
            <a:xfrm>
              <a:off x="1769559" y="5838937"/>
              <a:ext cx="609600" cy="777240"/>
            </a:xfrm>
            <a:custGeom>
              <a:avLst/>
              <a:gdLst/>
              <a:ahLst/>
              <a:cxnLst/>
              <a:rect l="l" t="t" r="r" b="b"/>
              <a:pathLst>
                <a:path w="609600" h="777240">
                  <a:moveTo>
                    <a:pt x="0" y="419315"/>
                  </a:moveTo>
                  <a:lnTo>
                    <a:pt x="0" y="219582"/>
                  </a:lnTo>
                  <a:lnTo>
                    <a:pt x="9710" y="171480"/>
                  </a:lnTo>
                  <a:lnTo>
                    <a:pt x="36191" y="132197"/>
                  </a:lnTo>
                  <a:lnTo>
                    <a:pt x="75470" y="105711"/>
                  </a:lnTo>
                  <a:lnTo>
                    <a:pt x="123571" y="95999"/>
                  </a:lnTo>
                  <a:lnTo>
                    <a:pt x="136209" y="96636"/>
                  </a:lnTo>
                  <a:lnTo>
                    <a:pt x="148482" y="98509"/>
                  </a:lnTo>
                  <a:lnTo>
                    <a:pt x="160325" y="101555"/>
                  </a:lnTo>
                  <a:lnTo>
                    <a:pt x="171678" y="105714"/>
                  </a:lnTo>
                  <a:lnTo>
                    <a:pt x="170942" y="105270"/>
                  </a:lnTo>
                  <a:lnTo>
                    <a:pt x="196986" y="70118"/>
                  </a:lnTo>
                  <a:lnTo>
                    <a:pt x="229520" y="40986"/>
                  </a:lnTo>
                  <a:lnTo>
                    <a:pt x="267514" y="18902"/>
                  </a:lnTo>
                  <a:lnTo>
                    <a:pt x="309939" y="4897"/>
                  </a:lnTo>
                  <a:lnTo>
                    <a:pt x="355765" y="0"/>
                  </a:lnTo>
                  <a:lnTo>
                    <a:pt x="400646" y="4696"/>
                  </a:lnTo>
                  <a:lnTo>
                    <a:pt x="442293" y="18141"/>
                  </a:lnTo>
                  <a:lnTo>
                    <a:pt x="479739" y="39368"/>
                  </a:lnTo>
                  <a:lnTo>
                    <a:pt x="512019" y="67412"/>
                  </a:lnTo>
                  <a:lnTo>
                    <a:pt x="538166" y="101305"/>
                  </a:lnTo>
                  <a:lnTo>
                    <a:pt x="557214" y="140083"/>
                  </a:lnTo>
                  <a:lnTo>
                    <a:pt x="568198" y="182778"/>
                  </a:lnTo>
                  <a:lnTo>
                    <a:pt x="609257" y="182778"/>
                  </a:lnTo>
                  <a:lnTo>
                    <a:pt x="587759" y="229718"/>
                  </a:lnTo>
                  <a:lnTo>
                    <a:pt x="554360" y="268018"/>
                  </a:lnTo>
                  <a:lnTo>
                    <a:pt x="511967" y="296649"/>
                  </a:lnTo>
                  <a:lnTo>
                    <a:pt x="463489" y="314582"/>
                  </a:lnTo>
                  <a:lnTo>
                    <a:pt x="411835" y="320789"/>
                  </a:lnTo>
                  <a:lnTo>
                    <a:pt x="359793" y="314495"/>
                  </a:lnTo>
                  <a:lnTo>
                    <a:pt x="312312" y="296618"/>
                  </a:lnTo>
                  <a:lnTo>
                    <a:pt x="270897" y="268660"/>
                  </a:lnTo>
                  <a:lnTo>
                    <a:pt x="237055" y="232125"/>
                  </a:lnTo>
                  <a:lnTo>
                    <a:pt x="212293" y="188518"/>
                  </a:lnTo>
                  <a:lnTo>
                    <a:pt x="208292" y="188417"/>
                  </a:lnTo>
                  <a:lnTo>
                    <a:pt x="202844" y="188417"/>
                  </a:lnTo>
                  <a:lnTo>
                    <a:pt x="159208" y="194280"/>
                  </a:lnTo>
                  <a:lnTo>
                    <a:pt x="119997" y="210828"/>
                  </a:lnTo>
                  <a:lnTo>
                    <a:pt x="86775" y="236496"/>
                  </a:lnTo>
                  <a:lnTo>
                    <a:pt x="61108" y="269717"/>
                  </a:lnTo>
                  <a:lnTo>
                    <a:pt x="44560" y="308929"/>
                  </a:lnTo>
                  <a:lnTo>
                    <a:pt x="38696" y="352564"/>
                  </a:lnTo>
                  <a:lnTo>
                    <a:pt x="38696" y="608012"/>
                  </a:lnTo>
                  <a:lnTo>
                    <a:pt x="44727" y="652900"/>
                  </a:lnTo>
                  <a:lnTo>
                    <a:pt x="61748" y="693234"/>
                  </a:lnTo>
                  <a:lnTo>
                    <a:pt x="88149" y="727406"/>
                  </a:lnTo>
                  <a:lnTo>
                    <a:pt x="122321" y="753807"/>
                  </a:lnTo>
                  <a:lnTo>
                    <a:pt x="162655" y="770827"/>
                  </a:lnTo>
                  <a:lnTo>
                    <a:pt x="207543" y="776858"/>
                  </a:lnTo>
                  <a:lnTo>
                    <a:pt x="363016" y="776858"/>
                  </a:lnTo>
                  <a:lnTo>
                    <a:pt x="407905" y="770827"/>
                  </a:lnTo>
                  <a:lnTo>
                    <a:pt x="448242" y="753807"/>
                  </a:lnTo>
                  <a:lnTo>
                    <a:pt x="482417" y="727406"/>
                  </a:lnTo>
                  <a:lnTo>
                    <a:pt x="508821" y="693234"/>
                  </a:lnTo>
                  <a:lnTo>
                    <a:pt x="525844" y="652900"/>
                  </a:lnTo>
                  <a:lnTo>
                    <a:pt x="531876" y="608012"/>
                  </a:lnTo>
                  <a:lnTo>
                    <a:pt x="531876" y="352564"/>
                  </a:lnTo>
                  <a:lnTo>
                    <a:pt x="531288" y="338585"/>
                  </a:lnTo>
                  <a:lnTo>
                    <a:pt x="529558" y="324929"/>
                  </a:lnTo>
                  <a:lnTo>
                    <a:pt x="526732" y="311645"/>
                  </a:lnTo>
                  <a:lnTo>
                    <a:pt x="522859" y="298780"/>
                  </a:lnTo>
                </a:path>
              </a:pathLst>
            </a:custGeom>
            <a:ln w="27190">
              <a:solidFill>
                <a:srgbClr val="5A6771"/>
              </a:solidFill>
            </a:ln>
          </p:spPr>
          <p:txBody>
            <a:bodyPr wrap="square" lIns="0" tIns="0" rIns="0" bIns="0" rtlCol="0"/>
            <a:lstStyle/>
            <a:p>
              <a:endParaRPr/>
            </a:p>
          </p:txBody>
        </p:sp>
        <p:sp>
          <p:nvSpPr>
            <p:cNvPr id="223" name="object 223"/>
            <p:cNvSpPr/>
            <p:nvPr/>
          </p:nvSpPr>
          <p:spPr>
            <a:xfrm>
              <a:off x="2345051" y="6090008"/>
              <a:ext cx="0" cy="175895"/>
            </a:xfrm>
            <a:custGeom>
              <a:avLst/>
              <a:gdLst/>
              <a:ahLst/>
              <a:cxnLst/>
              <a:rect l="l" t="t" r="r" b="b"/>
              <a:pathLst>
                <a:path h="175895">
                  <a:moveTo>
                    <a:pt x="0" y="175272"/>
                  </a:moveTo>
                  <a:lnTo>
                    <a:pt x="0" y="0"/>
                  </a:lnTo>
                </a:path>
              </a:pathLst>
            </a:custGeom>
            <a:ln w="27190">
              <a:solidFill>
                <a:srgbClr val="5A6771"/>
              </a:solidFill>
            </a:ln>
          </p:spPr>
          <p:txBody>
            <a:bodyPr wrap="square" lIns="0" tIns="0" rIns="0" bIns="0" rtlCol="0"/>
            <a:lstStyle/>
            <a:p>
              <a:endParaRPr/>
            </a:p>
          </p:txBody>
        </p:sp>
        <p:pic>
          <p:nvPicPr>
            <p:cNvPr id="224" name="object 224"/>
            <p:cNvPicPr/>
            <p:nvPr/>
          </p:nvPicPr>
          <p:blipFill>
            <a:blip r:embed="rId35" cstate="print"/>
            <a:stretch>
              <a:fillRect/>
            </a:stretch>
          </p:blipFill>
          <p:spPr>
            <a:xfrm>
              <a:off x="1807775" y="6200848"/>
              <a:ext cx="494141" cy="202653"/>
            </a:xfrm>
            <a:prstGeom prst="rect">
              <a:avLst/>
            </a:prstGeom>
          </p:spPr>
        </p:pic>
        <p:pic>
          <p:nvPicPr>
            <p:cNvPr id="225" name="object 225"/>
            <p:cNvPicPr/>
            <p:nvPr/>
          </p:nvPicPr>
          <p:blipFill>
            <a:blip r:embed="rId36" cstate="print"/>
            <a:stretch>
              <a:fillRect/>
            </a:stretch>
          </p:blipFill>
          <p:spPr>
            <a:xfrm>
              <a:off x="1840873" y="6624933"/>
              <a:ext cx="397449" cy="318535"/>
            </a:xfrm>
            <a:prstGeom prst="rect">
              <a:avLst/>
            </a:prstGeom>
          </p:spPr>
        </p:pic>
      </p:grpSp>
      <p:grpSp>
        <p:nvGrpSpPr>
          <p:cNvPr id="226" name="object 226"/>
          <p:cNvGrpSpPr/>
          <p:nvPr/>
        </p:nvGrpSpPr>
        <p:grpSpPr>
          <a:xfrm>
            <a:off x="3589319" y="5721554"/>
            <a:ext cx="1163320" cy="1240155"/>
            <a:chOff x="3589319" y="5721554"/>
            <a:chExt cx="1163320" cy="1240155"/>
          </a:xfrm>
        </p:grpSpPr>
        <p:sp>
          <p:nvSpPr>
            <p:cNvPr id="227" name="object 227"/>
            <p:cNvSpPr/>
            <p:nvPr/>
          </p:nvSpPr>
          <p:spPr>
            <a:xfrm>
              <a:off x="3589319" y="5721554"/>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228" name="object 228"/>
            <p:cNvSpPr/>
            <p:nvPr/>
          </p:nvSpPr>
          <p:spPr>
            <a:xfrm>
              <a:off x="3818041" y="5856562"/>
              <a:ext cx="705485" cy="1095375"/>
            </a:xfrm>
            <a:custGeom>
              <a:avLst/>
              <a:gdLst/>
              <a:ahLst/>
              <a:cxnLst/>
              <a:rect l="l" t="t" r="r" b="b"/>
              <a:pathLst>
                <a:path w="705485" h="1095375">
                  <a:moveTo>
                    <a:pt x="348024" y="0"/>
                  </a:moveTo>
                  <a:lnTo>
                    <a:pt x="291528" y="9318"/>
                  </a:lnTo>
                  <a:lnTo>
                    <a:pt x="74053" y="82470"/>
                  </a:lnTo>
                  <a:lnTo>
                    <a:pt x="20415" y="122053"/>
                  </a:lnTo>
                  <a:lnTo>
                    <a:pt x="0" y="185505"/>
                  </a:lnTo>
                  <a:lnTo>
                    <a:pt x="0" y="246846"/>
                  </a:lnTo>
                  <a:lnTo>
                    <a:pt x="3366" y="266412"/>
                  </a:lnTo>
                  <a:lnTo>
                    <a:pt x="12684" y="283160"/>
                  </a:lnTo>
                  <a:lnTo>
                    <a:pt x="26778" y="295972"/>
                  </a:lnTo>
                  <a:lnTo>
                    <a:pt x="44475" y="303730"/>
                  </a:lnTo>
                  <a:lnTo>
                    <a:pt x="43522" y="319008"/>
                  </a:lnTo>
                  <a:lnTo>
                    <a:pt x="43522" y="354098"/>
                  </a:lnTo>
                  <a:lnTo>
                    <a:pt x="27386" y="366073"/>
                  </a:lnTo>
                  <a:lnTo>
                    <a:pt x="14879" y="381781"/>
                  </a:lnTo>
                  <a:lnTo>
                    <a:pt x="6795" y="400436"/>
                  </a:lnTo>
                  <a:lnTo>
                    <a:pt x="3924" y="421255"/>
                  </a:lnTo>
                  <a:lnTo>
                    <a:pt x="9973" y="451136"/>
                  </a:lnTo>
                  <a:lnTo>
                    <a:pt x="26460" y="475567"/>
                  </a:lnTo>
                  <a:lnTo>
                    <a:pt x="50890" y="492053"/>
                  </a:lnTo>
                  <a:lnTo>
                    <a:pt x="80771" y="498103"/>
                  </a:lnTo>
                  <a:lnTo>
                    <a:pt x="83108" y="498103"/>
                  </a:lnTo>
                  <a:lnTo>
                    <a:pt x="83108" y="508047"/>
                  </a:lnTo>
                  <a:lnTo>
                    <a:pt x="87266" y="554970"/>
                  </a:lnTo>
                  <a:lnTo>
                    <a:pt x="99256" y="599196"/>
                  </a:lnTo>
                  <a:lnTo>
                    <a:pt x="118355" y="640013"/>
                  </a:lnTo>
                  <a:lnTo>
                    <a:pt x="143840" y="676711"/>
                  </a:lnTo>
                  <a:lnTo>
                    <a:pt x="174986" y="708576"/>
                  </a:lnTo>
                  <a:lnTo>
                    <a:pt x="211071" y="734896"/>
                  </a:lnTo>
                  <a:lnTo>
                    <a:pt x="251371" y="754961"/>
                  </a:lnTo>
                  <a:lnTo>
                    <a:pt x="235547" y="760095"/>
                  </a:lnTo>
                  <a:lnTo>
                    <a:pt x="220002" y="766003"/>
                  </a:lnTo>
                  <a:lnTo>
                    <a:pt x="204761" y="772673"/>
                  </a:lnTo>
                  <a:lnTo>
                    <a:pt x="189852" y="780094"/>
                  </a:lnTo>
                  <a:lnTo>
                    <a:pt x="181927" y="767318"/>
                  </a:lnTo>
                  <a:lnTo>
                    <a:pt x="177228" y="763952"/>
                  </a:lnTo>
                  <a:lnTo>
                    <a:pt x="166255" y="761412"/>
                  </a:lnTo>
                  <a:lnTo>
                    <a:pt x="160400" y="762365"/>
                  </a:lnTo>
                  <a:lnTo>
                    <a:pt x="118533" y="791707"/>
                  </a:lnTo>
                  <a:lnTo>
                    <a:pt x="85002" y="822472"/>
                  </a:lnTo>
                  <a:lnTo>
                    <a:pt x="55532" y="857140"/>
                  </a:lnTo>
                  <a:lnTo>
                    <a:pt x="30556" y="895257"/>
                  </a:lnTo>
                  <a:lnTo>
                    <a:pt x="27050" y="905900"/>
                  </a:lnTo>
                  <a:lnTo>
                    <a:pt x="30060" y="916835"/>
                  </a:lnTo>
                  <a:lnTo>
                    <a:pt x="33604" y="921381"/>
                  </a:lnTo>
                  <a:lnTo>
                    <a:pt x="44767" y="927731"/>
                  </a:lnTo>
                  <a:lnTo>
                    <a:pt x="28927" y="964198"/>
                  </a:lnTo>
                  <a:lnTo>
                    <a:pt x="17433" y="1002247"/>
                  </a:lnTo>
                  <a:lnTo>
                    <a:pt x="10431" y="1041437"/>
                  </a:lnTo>
                  <a:lnTo>
                    <a:pt x="8064" y="1081325"/>
                  </a:lnTo>
                  <a:lnTo>
                    <a:pt x="8064" y="1088678"/>
                  </a:lnTo>
                  <a:lnTo>
                    <a:pt x="14033" y="1094635"/>
                  </a:lnTo>
                  <a:lnTo>
                    <a:pt x="259968" y="1094635"/>
                  </a:lnTo>
                  <a:lnTo>
                    <a:pt x="262851" y="1094889"/>
                  </a:lnTo>
                  <a:lnTo>
                    <a:pt x="264286" y="1094635"/>
                  </a:lnTo>
                  <a:lnTo>
                    <a:pt x="439889" y="1094635"/>
                  </a:lnTo>
                  <a:lnTo>
                    <a:pt x="441871" y="1095079"/>
                  </a:lnTo>
                  <a:lnTo>
                    <a:pt x="443610" y="1095079"/>
                  </a:lnTo>
                  <a:lnTo>
                    <a:pt x="445058" y="1094635"/>
                  </a:lnTo>
                  <a:lnTo>
                    <a:pt x="683513" y="1094635"/>
                  </a:lnTo>
                  <a:lnTo>
                    <a:pt x="689470" y="1088678"/>
                  </a:lnTo>
                  <a:lnTo>
                    <a:pt x="689470" y="1081325"/>
                  </a:lnTo>
                  <a:lnTo>
                    <a:pt x="687103" y="1041435"/>
                  </a:lnTo>
                  <a:lnTo>
                    <a:pt x="680102" y="1002242"/>
                  </a:lnTo>
                  <a:lnTo>
                    <a:pt x="668612" y="964193"/>
                  </a:lnTo>
                  <a:lnTo>
                    <a:pt x="652779" y="927731"/>
                  </a:lnTo>
                  <a:lnTo>
                    <a:pt x="663867" y="921419"/>
                  </a:lnTo>
                  <a:lnTo>
                    <a:pt x="667511" y="916746"/>
                  </a:lnTo>
                  <a:lnTo>
                    <a:pt x="670483" y="905900"/>
                  </a:lnTo>
                  <a:lnTo>
                    <a:pt x="669772" y="900185"/>
                  </a:lnTo>
                  <a:lnTo>
                    <a:pt x="642008" y="857130"/>
                  </a:lnTo>
                  <a:lnTo>
                    <a:pt x="612541" y="822471"/>
                  </a:lnTo>
                  <a:lnTo>
                    <a:pt x="579019" y="791712"/>
                  </a:lnTo>
                  <a:lnTo>
                    <a:pt x="541883" y="765311"/>
                  </a:lnTo>
                  <a:lnTo>
                    <a:pt x="531202" y="761425"/>
                  </a:lnTo>
                  <a:lnTo>
                    <a:pt x="520318" y="763952"/>
                  </a:lnTo>
                  <a:lnTo>
                    <a:pt x="515619" y="767318"/>
                  </a:lnTo>
                  <a:lnTo>
                    <a:pt x="507695" y="780094"/>
                  </a:lnTo>
                  <a:lnTo>
                    <a:pt x="492780" y="772673"/>
                  </a:lnTo>
                  <a:lnTo>
                    <a:pt x="477540" y="766002"/>
                  </a:lnTo>
                  <a:lnTo>
                    <a:pt x="461998" y="760090"/>
                  </a:lnTo>
                  <a:lnTo>
                    <a:pt x="446176" y="754948"/>
                  </a:lnTo>
                  <a:lnTo>
                    <a:pt x="486475" y="734888"/>
                  </a:lnTo>
                  <a:lnTo>
                    <a:pt x="522558" y="708571"/>
                  </a:lnTo>
                  <a:lnTo>
                    <a:pt x="553702" y="676708"/>
                  </a:lnTo>
                  <a:lnTo>
                    <a:pt x="579184" y="640012"/>
                  </a:lnTo>
                  <a:lnTo>
                    <a:pt x="598280" y="599195"/>
                  </a:lnTo>
                  <a:lnTo>
                    <a:pt x="610269" y="554969"/>
                  </a:lnTo>
                  <a:lnTo>
                    <a:pt x="614425" y="508047"/>
                  </a:lnTo>
                  <a:lnTo>
                    <a:pt x="614425" y="498103"/>
                  </a:lnTo>
                  <a:lnTo>
                    <a:pt x="616762" y="498103"/>
                  </a:lnTo>
                  <a:lnTo>
                    <a:pt x="646649" y="492053"/>
                  </a:lnTo>
                  <a:lnTo>
                    <a:pt x="671079" y="475567"/>
                  </a:lnTo>
                  <a:lnTo>
                    <a:pt x="687562" y="451136"/>
                  </a:lnTo>
                  <a:lnTo>
                    <a:pt x="693610" y="421255"/>
                  </a:lnTo>
                  <a:lnTo>
                    <a:pt x="690895" y="401014"/>
                  </a:lnTo>
                  <a:lnTo>
                    <a:pt x="683237" y="382803"/>
                  </a:lnTo>
                  <a:lnTo>
                    <a:pt x="671364" y="367331"/>
                  </a:lnTo>
                  <a:lnTo>
                    <a:pt x="656005" y="355304"/>
                  </a:lnTo>
                  <a:lnTo>
                    <a:pt x="656005" y="319363"/>
                  </a:lnTo>
                  <a:lnTo>
                    <a:pt x="655142" y="304809"/>
                  </a:lnTo>
                  <a:lnTo>
                    <a:pt x="674807" y="298028"/>
                  </a:lnTo>
                  <a:lnTo>
                    <a:pt x="690618" y="285191"/>
                  </a:lnTo>
                  <a:lnTo>
                    <a:pt x="701149" y="267672"/>
                  </a:lnTo>
                  <a:lnTo>
                    <a:pt x="704976" y="246846"/>
                  </a:lnTo>
                  <a:lnTo>
                    <a:pt x="704976" y="186064"/>
                  </a:lnTo>
                  <a:lnTo>
                    <a:pt x="684342" y="122256"/>
                  </a:lnTo>
                  <a:lnTo>
                    <a:pt x="630123" y="82775"/>
                  </a:lnTo>
                  <a:lnTo>
                    <a:pt x="404596" y="8874"/>
                  </a:lnTo>
                  <a:lnTo>
                    <a:pt x="376624" y="2164"/>
                  </a:lnTo>
                  <a:lnTo>
                    <a:pt x="348024" y="0"/>
                  </a:lnTo>
                  <a:close/>
                </a:path>
              </a:pathLst>
            </a:custGeom>
            <a:solidFill>
              <a:srgbClr val="FFFFFF"/>
            </a:solidFill>
          </p:spPr>
          <p:txBody>
            <a:bodyPr wrap="square" lIns="0" tIns="0" rIns="0" bIns="0" rtlCol="0"/>
            <a:lstStyle/>
            <a:p>
              <a:endParaRPr/>
            </a:p>
          </p:txBody>
        </p:sp>
        <p:sp>
          <p:nvSpPr>
            <p:cNvPr id="229" name="object 229"/>
            <p:cNvSpPr/>
            <p:nvPr/>
          </p:nvSpPr>
          <p:spPr>
            <a:xfrm>
              <a:off x="3834409" y="6785786"/>
              <a:ext cx="666750" cy="161925"/>
            </a:xfrm>
            <a:custGeom>
              <a:avLst/>
              <a:gdLst/>
              <a:ahLst/>
              <a:cxnLst/>
              <a:rect l="l" t="t" r="r" b="b"/>
              <a:pathLst>
                <a:path w="666750" h="161925">
                  <a:moveTo>
                    <a:pt x="624763" y="0"/>
                  </a:moveTo>
                  <a:lnTo>
                    <a:pt x="41795" y="0"/>
                  </a:lnTo>
                  <a:lnTo>
                    <a:pt x="24029" y="37220"/>
                  </a:lnTo>
                  <a:lnTo>
                    <a:pt x="10910" y="76811"/>
                  </a:lnTo>
                  <a:lnTo>
                    <a:pt x="2785" y="118423"/>
                  </a:lnTo>
                  <a:lnTo>
                    <a:pt x="0" y="161709"/>
                  </a:lnTo>
                  <a:lnTo>
                    <a:pt x="666559" y="161709"/>
                  </a:lnTo>
                  <a:lnTo>
                    <a:pt x="663774" y="118423"/>
                  </a:lnTo>
                  <a:lnTo>
                    <a:pt x="655648" y="76811"/>
                  </a:lnTo>
                  <a:lnTo>
                    <a:pt x="642529" y="37220"/>
                  </a:lnTo>
                  <a:lnTo>
                    <a:pt x="624763" y="0"/>
                  </a:lnTo>
                  <a:close/>
                </a:path>
              </a:pathLst>
            </a:custGeom>
            <a:solidFill>
              <a:srgbClr val="FFFFFF"/>
            </a:solidFill>
          </p:spPr>
          <p:txBody>
            <a:bodyPr wrap="square" lIns="0" tIns="0" rIns="0" bIns="0" rtlCol="0"/>
            <a:lstStyle/>
            <a:p>
              <a:endParaRPr/>
            </a:p>
          </p:txBody>
        </p:sp>
        <p:sp>
          <p:nvSpPr>
            <p:cNvPr id="230" name="object 230"/>
            <p:cNvSpPr/>
            <p:nvPr/>
          </p:nvSpPr>
          <p:spPr>
            <a:xfrm>
              <a:off x="3834409" y="6785786"/>
              <a:ext cx="666750" cy="161925"/>
            </a:xfrm>
            <a:custGeom>
              <a:avLst/>
              <a:gdLst/>
              <a:ahLst/>
              <a:cxnLst/>
              <a:rect l="l" t="t" r="r" b="b"/>
              <a:pathLst>
                <a:path w="666750" h="161925">
                  <a:moveTo>
                    <a:pt x="41795" y="0"/>
                  </a:moveTo>
                  <a:lnTo>
                    <a:pt x="24029" y="37220"/>
                  </a:lnTo>
                  <a:lnTo>
                    <a:pt x="10910" y="76811"/>
                  </a:lnTo>
                  <a:lnTo>
                    <a:pt x="2785" y="118423"/>
                  </a:lnTo>
                  <a:lnTo>
                    <a:pt x="0" y="161709"/>
                  </a:lnTo>
                  <a:lnTo>
                    <a:pt x="666559" y="161709"/>
                  </a:lnTo>
                  <a:lnTo>
                    <a:pt x="663774" y="118423"/>
                  </a:lnTo>
                  <a:lnTo>
                    <a:pt x="655648" y="76811"/>
                  </a:lnTo>
                  <a:lnTo>
                    <a:pt x="642529" y="37220"/>
                  </a:lnTo>
                  <a:lnTo>
                    <a:pt x="624763" y="0"/>
                  </a:lnTo>
                </a:path>
              </a:pathLst>
            </a:custGeom>
            <a:ln w="27127">
              <a:solidFill>
                <a:srgbClr val="5A6771"/>
              </a:solidFill>
            </a:ln>
          </p:spPr>
          <p:txBody>
            <a:bodyPr wrap="square" lIns="0" tIns="0" rIns="0" bIns="0" rtlCol="0"/>
            <a:lstStyle/>
            <a:p>
              <a:endParaRPr/>
            </a:p>
          </p:txBody>
        </p:sp>
        <p:pic>
          <p:nvPicPr>
            <p:cNvPr id="231" name="object 231"/>
            <p:cNvPicPr/>
            <p:nvPr/>
          </p:nvPicPr>
          <p:blipFill>
            <a:blip r:embed="rId37" cstate="print"/>
            <a:stretch>
              <a:fillRect/>
            </a:stretch>
          </p:blipFill>
          <p:spPr>
            <a:xfrm>
              <a:off x="3987521" y="6593122"/>
              <a:ext cx="360301" cy="151472"/>
            </a:xfrm>
            <a:prstGeom prst="rect">
              <a:avLst/>
            </a:prstGeom>
          </p:spPr>
        </p:pic>
        <p:sp>
          <p:nvSpPr>
            <p:cNvPr id="232" name="object 232"/>
            <p:cNvSpPr/>
            <p:nvPr/>
          </p:nvSpPr>
          <p:spPr>
            <a:xfrm>
              <a:off x="3870506" y="6144373"/>
              <a:ext cx="2540" cy="71755"/>
            </a:xfrm>
            <a:custGeom>
              <a:avLst/>
              <a:gdLst/>
              <a:ahLst/>
              <a:cxnLst/>
              <a:rect l="l" t="t" r="r" b="b"/>
              <a:pathLst>
                <a:path w="2539" h="71754">
                  <a:moveTo>
                    <a:pt x="2019" y="0"/>
                  </a:moveTo>
                  <a:lnTo>
                    <a:pt x="1141" y="8607"/>
                  </a:lnTo>
                  <a:lnTo>
                    <a:pt x="509" y="17284"/>
                  </a:lnTo>
                  <a:lnTo>
                    <a:pt x="127" y="26028"/>
                  </a:lnTo>
                  <a:lnTo>
                    <a:pt x="0" y="34836"/>
                  </a:lnTo>
                  <a:lnTo>
                    <a:pt x="0" y="71285"/>
                  </a:lnTo>
                </a:path>
              </a:pathLst>
            </a:custGeom>
            <a:ln w="27127">
              <a:solidFill>
                <a:srgbClr val="5A6771"/>
              </a:solidFill>
            </a:ln>
          </p:spPr>
          <p:txBody>
            <a:bodyPr wrap="square" lIns="0" tIns="0" rIns="0" bIns="0" rtlCol="0"/>
            <a:lstStyle/>
            <a:p>
              <a:endParaRPr/>
            </a:p>
          </p:txBody>
        </p:sp>
        <p:sp>
          <p:nvSpPr>
            <p:cNvPr id="233" name="object 233"/>
            <p:cNvSpPr/>
            <p:nvPr/>
          </p:nvSpPr>
          <p:spPr>
            <a:xfrm>
              <a:off x="4464881" y="6144373"/>
              <a:ext cx="2540" cy="71755"/>
            </a:xfrm>
            <a:custGeom>
              <a:avLst/>
              <a:gdLst/>
              <a:ahLst/>
              <a:cxnLst/>
              <a:rect l="l" t="t" r="r" b="b"/>
              <a:pathLst>
                <a:path w="2539" h="71754">
                  <a:moveTo>
                    <a:pt x="0" y="0"/>
                  </a:moveTo>
                  <a:lnTo>
                    <a:pt x="878" y="8607"/>
                  </a:lnTo>
                  <a:lnTo>
                    <a:pt x="1509" y="17284"/>
                  </a:lnTo>
                  <a:lnTo>
                    <a:pt x="1891" y="26028"/>
                  </a:lnTo>
                  <a:lnTo>
                    <a:pt x="2019" y="34836"/>
                  </a:lnTo>
                  <a:lnTo>
                    <a:pt x="2019" y="71285"/>
                  </a:lnTo>
                </a:path>
              </a:pathLst>
            </a:custGeom>
            <a:ln w="27127">
              <a:solidFill>
                <a:srgbClr val="5A6771"/>
              </a:solidFill>
            </a:ln>
          </p:spPr>
          <p:txBody>
            <a:bodyPr wrap="square" lIns="0" tIns="0" rIns="0" bIns="0" rtlCol="0"/>
            <a:lstStyle/>
            <a:p>
              <a:endParaRPr/>
            </a:p>
          </p:txBody>
        </p:sp>
        <p:sp>
          <p:nvSpPr>
            <p:cNvPr id="234" name="object 234"/>
            <p:cNvSpPr/>
            <p:nvPr/>
          </p:nvSpPr>
          <p:spPr>
            <a:xfrm>
              <a:off x="3910807" y="6157529"/>
              <a:ext cx="514350" cy="463550"/>
            </a:xfrm>
            <a:custGeom>
              <a:avLst/>
              <a:gdLst/>
              <a:ahLst/>
              <a:cxnLst/>
              <a:rect l="l" t="t" r="r" b="b"/>
              <a:pathLst>
                <a:path w="514350" h="463550">
                  <a:moveTo>
                    <a:pt x="508546" y="0"/>
                  </a:moveTo>
                  <a:lnTo>
                    <a:pt x="510802" y="12651"/>
                  </a:lnTo>
                  <a:lnTo>
                    <a:pt x="512437" y="25506"/>
                  </a:lnTo>
                  <a:lnTo>
                    <a:pt x="513430" y="38549"/>
                  </a:lnTo>
                  <a:lnTo>
                    <a:pt x="513765" y="51765"/>
                  </a:lnTo>
                  <a:lnTo>
                    <a:pt x="513765" y="206375"/>
                  </a:lnTo>
                  <a:lnTo>
                    <a:pt x="509627" y="252549"/>
                  </a:lnTo>
                  <a:lnTo>
                    <a:pt x="497694" y="296009"/>
                  </a:lnTo>
                  <a:lnTo>
                    <a:pt x="478693" y="336028"/>
                  </a:lnTo>
                  <a:lnTo>
                    <a:pt x="453349" y="371881"/>
                  </a:lnTo>
                  <a:lnTo>
                    <a:pt x="422388" y="402841"/>
                  </a:lnTo>
                  <a:lnTo>
                    <a:pt x="386536" y="428185"/>
                  </a:lnTo>
                  <a:lnTo>
                    <a:pt x="346517" y="447186"/>
                  </a:lnTo>
                  <a:lnTo>
                    <a:pt x="303057" y="459119"/>
                  </a:lnTo>
                  <a:lnTo>
                    <a:pt x="256882" y="463257"/>
                  </a:lnTo>
                  <a:lnTo>
                    <a:pt x="210708" y="459119"/>
                  </a:lnTo>
                  <a:lnTo>
                    <a:pt x="167248" y="447186"/>
                  </a:lnTo>
                  <a:lnTo>
                    <a:pt x="127229" y="428185"/>
                  </a:lnTo>
                  <a:lnTo>
                    <a:pt x="91376" y="402841"/>
                  </a:lnTo>
                  <a:lnTo>
                    <a:pt x="60415" y="371881"/>
                  </a:lnTo>
                  <a:lnTo>
                    <a:pt x="35072" y="336028"/>
                  </a:lnTo>
                  <a:lnTo>
                    <a:pt x="16071" y="296009"/>
                  </a:lnTo>
                  <a:lnTo>
                    <a:pt x="4138" y="252549"/>
                  </a:lnTo>
                  <a:lnTo>
                    <a:pt x="0" y="206375"/>
                  </a:lnTo>
                  <a:lnTo>
                    <a:pt x="0" y="51765"/>
                  </a:lnTo>
                  <a:lnTo>
                    <a:pt x="309" y="39075"/>
                  </a:lnTo>
                  <a:lnTo>
                    <a:pt x="1225" y="26544"/>
                  </a:lnTo>
                  <a:lnTo>
                    <a:pt x="2732" y="14187"/>
                  </a:lnTo>
                  <a:lnTo>
                    <a:pt x="4813" y="2019"/>
                  </a:lnTo>
                </a:path>
              </a:pathLst>
            </a:custGeom>
            <a:ln w="27127">
              <a:solidFill>
                <a:srgbClr val="5A6771"/>
              </a:solidFill>
            </a:ln>
          </p:spPr>
          <p:txBody>
            <a:bodyPr wrap="square" lIns="0" tIns="0" rIns="0" bIns="0" rtlCol="0"/>
            <a:lstStyle/>
            <a:p>
              <a:endParaRPr/>
            </a:p>
          </p:txBody>
        </p:sp>
        <p:pic>
          <p:nvPicPr>
            <p:cNvPr id="235" name="object 235"/>
            <p:cNvPicPr/>
            <p:nvPr/>
          </p:nvPicPr>
          <p:blipFill>
            <a:blip r:embed="rId38" cstate="print"/>
            <a:stretch>
              <a:fillRect/>
            </a:stretch>
          </p:blipFill>
          <p:spPr>
            <a:xfrm>
              <a:off x="3816626" y="6197305"/>
              <a:ext cx="107746" cy="156476"/>
            </a:xfrm>
            <a:prstGeom prst="rect">
              <a:avLst/>
            </a:prstGeom>
          </p:spPr>
        </p:pic>
        <p:pic>
          <p:nvPicPr>
            <p:cNvPr id="236" name="object 236"/>
            <p:cNvPicPr/>
            <p:nvPr/>
          </p:nvPicPr>
          <p:blipFill>
            <a:blip r:embed="rId39" cstate="print"/>
            <a:stretch>
              <a:fillRect/>
            </a:stretch>
          </p:blipFill>
          <p:spPr>
            <a:xfrm>
              <a:off x="4411010" y="6197305"/>
              <a:ext cx="107746" cy="156476"/>
            </a:xfrm>
            <a:prstGeom prst="rect">
              <a:avLst/>
            </a:prstGeom>
          </p:spPr>
        </p:pic>
        <p:pic>
          <p:nvPicPr>
            <p:cNvPr id="237" name="object 237"/>
            <p:cNvPicPr/>
            <p:nvPr/>
          </p:nvPicPr>
          <p:blipFill>
            <a:blip r:embed="rId40" cstate="print"/>
            <a:stretch>
              <a:fillRect/>
            </a:stretch>
          </p:blipFill>
          <p:spPr>
            <a:xfrm>
              <a:off x="4065893" y="6724279"/>
              <a:ext cx="329868" cy="237223"/>
            </a:xfrm>
            <a:prstGeom prst="rect">
              <a:avLst/>
            </a:prstGeom>
          </p:spPr>
        </p:pic>
        <p:sp>
          <p:nvSpPr>
            <p:cNvPr id="238" name="object 238"/>
            <p:cNvSpPr/>
            <p:nvPr/>
          </p:nvSpPr>
          <p:spPr>
            <a:xfrm>
              <a:off x="3826208" y="5860215"/>
              <a:ext cx="690880" cy="284480"/>
            </a:xfrm>
            <a:custGeom>
              <a:avLst/>
              <a:gdLst/>
              <a:ahLst/>
              <a:cxnLst/>
              <a:rect l="l" t="t" r="r" b="b"/>
              <a:pathLst>
                <a:path w="690879" h="284479">
                  <a:moveTo>
                    <a:pt x="623684" y="83635"/>
                  </a:moveTo>
                  <a:lnTo>
                    <a:pt x="394093" y="8401"/>
                  </a:lnTo>
                  <a:lnTo>
                    <a:pt x="367691" y="2047"/>
                  </a:lnTo>
                  <a:lnTo>
                    <a:pt x="340782" y="0"/>
                  </a:lnTo>
                  <a:lnTo>
                    <a:pt x="313887" y="2257"/>
                  </a:lnTo>
                  <a:lnTo>
                    <a:pt x="66141" y="83292"/>
                  </a:lnTo>
                  <a:lnTo>
                    <a:pt x="18249" y="118662"/>
                  </a:lnTo>
                  <a:lnTo>
                    <a:pt x="0" y="175329"/>
                  </a:lnTo>
                  <a:lnTo>
                    <a:pt x="0" y="237775"/>
                  </a:lnTo>
                  <a:lnTo>
                    <a:pt x="3644" y="255829"/>
                  </a:lnTo>
                  <a:lnTo>
                    <a:pt x="13584" y="270571"/>
                  </a:lnTo>
                  <a:lnTo>
                    <a:pt x="28326" y="280511"/>
                  </a:lnTo>
                  <a:lnTo>
                    <a:pt x="46380" y="284156"/>
                  </a:lnTo>
                  <a:lnTo>
                    <a:pt x="644169" y="284156"/>
                  </a:lnTo>
                  <a:lnTo>
                    <a:pt x="662223" y="280511"/>
                  </a:lnTo>
                  <a:lnTo>
                    <a:pt x="676965" y="270571"/>
                  </a:lnTo>
                  <a:lnTo>
                    <a:pt x="686905" y="255829"/>
                  </a:lnTo>
                  <a:lnTo>
                    <a:pt x="690549" y="237775"/>
                  </a:lnTo>
                  <a:lnTo>
                    <a:pt x="690549" y="175901"/>
                  </a:lnTo>
                  <a:lnTo>
                    <a:pt x="685711" y="145615"/>
                  </a:lnTo>
                  <a:lnTo>
                    <a:pt x="672076" y="118929"/>
                  </a:lnTo>
                  <a:lnTo>
                    <a:pt x="650960" y="97663"/>
                  </a:lnTo>
                  <a:lnTo>
                    <a:pt x="623684" y="83635"/>
                  </a:lnTo>
                  <a:close/>
                </a:path>
              </a:pathLst>
            </a:custGeom>
            <a:ln w="27127">
              <a:solidFill>
                <a:srgbClr val="5A6771"/>
              </a:solidFill>
            </a:ln>
          </p:spPr>
          <p:txBody>
            <a:bodyPr wrap="square" lIns="0" tIns="0" rIns="0" bIns="0" rtlCol="0"/>
            <a:lstStyle/>
            <a:p>
              <a:endParaRPr/>
            </a:p>
          </p:txBody>
        </p:sp>
        <p:sp>
          <p:nvSpPr>
            <p:cNvPr id="239" name="object 239"/>
            <p:cNvSpPr/>
            <p:nvPr/>
          </p:nvSpPr>
          <p:spPr>
            <a:xfrm>
              <a:off x="3951869" y="6144378"/>
              <a:ext cx="432434" cy="60325"/>
            </a:xfrm>
            <a:custGeom>
              <a:avLst/>
              <a:gdLst/>
              <a:ahLst/>
              <a:cxnLst/>
              <a:rect l="l" t="t" r="r" b="b"/>
              <a:pathLst>
                <a:path w="432435" h="60325">
                  <a:moveTo>
                    <a:pt x="410133" y="0"/>
                  </a:moveTo>
                  <a:lnTo>
                    <a:pt x="418707" y="1729"/>
                  </a:lnTo>
                  <a:lnTo>
                    <a:pt x="425707" y="6448"/>
                  </a:lnTo>
                  <a:lnTo>
                    <a:pt x="430425" y="13448"/>
                  </a:lnTo>
                  <a:lnTo>
                    <a:pt x="432155" y="22021"/>
                  </a:lnTo>
                  <a:lnTo>
                    <a:pt x="432155" y="37960"/>
                  </a:lnTo>
                  <a:lnTo>
                    <a:pt x="430425" y="46526"/>
                  </a:lnTo>
                  <a:lnTo>
                    <a:pt x="425707" y="53522"/>
                  </a:lnTo>
                  <a:lnTo>
                    <a:pt x="418707" y="58239"/>
                  </a:lnTo>
                  <a:lnTo>
                    <a:pt x="410133" y="59969"/>
                  </a:lnTo>
                  <a:lnTo>
                    <a:pt x="22021" y="59969"/>
                  </a:lnTo>
                  <a:lnTo>
                    <a:pt x="13448" y="58239"/>
                  </a:lnTo>
                  <a:lnTo>
                    <a:pt x="6448" y="53522"/>
                  </a:lnTo>
                  <a:lnTo>
                    <a:pt x="1729" y="46526"/>
                  </a:lnTo>
                  <a:lnTo>
                    <a:pt x="0" y="37960"/>
                  </a:lnTo>
                  <a:lnTo>
                    <a:pt x="0" y="22021"/>
                  </a:lnTo>
                  <a:lnTo>
                    <a:pt x="1729" y="13448"/>
                  </a:lnTo>
                  <a:lnTo>
                    <a:pt x="6448" y="6448"/>
                  </a:lnTo>
                  <a:lnTo>
                    <a:pt x="13448" y="1729"/>
                  </a:lnTo>
                  <a:lnTo>
                    <a:pt x="22021" y="0"/>
                  </a:lnTo>
                </a:path>
              </a:pathLst>
            </a:custGeom>
            <a:ln w="27127">
              <a:solidFill>
                <a:srgbClr val="5A6771"/>
              </a:solidFill>
            </a:ln>
          </p:spPr>
          <p:txBody>
            <a:bodyPr wrap="square" lIns="0" tIns="0" rIns="0" bIns="0" rtlCol="0"/>
            <a:lstStyle/>
            <a:p>
              <a:endParaRPr/>
            </a:p>
          </p:txBody>
        </p:sp>
        <p:pic>
          <p:nvPicPr>
            <p:cNvPr id="240" name="object 240"/>
            <p:cNvPicPr/>
            <p:nvPr/>
          </p:nvPicPr>
          <p:blipFill>
            <a:blip r:embed="rId41" cstate="print"/>
            <a:stretch>
              <a:fillRect/>
            </a:stretch>
          </p:blipFill>
          <p:spPr>
            <a:xfrm>
              <a:off x="4087422" y="5918087"/>
              <a:ext cx="161048" cy="186547"/>
            </a:xfrm>
            <a:prstGeom prst="rect">
              <a:avLst/>
            </a:prstGeom>
          </p:spPr>
        </p:pic>
        <p:sp>
          <p:nvSpPr>
            <p:cNvPr id="241" name="object 241"/>
            <p:cNvSpPr/>
            <p:nvPr/>
          </p:nvSpPr>
          <p:spPr>
            <a:xfrm>
              <a:off x="4029278" y="6250647"/>
              <a:ext cx="284480" cy="52705"/>
            </a:xfrm>
            <a:custGeom>
              <a:avLst/>
              <a:gdLst/>
              <a:ahLst/>
              <a:cxnLst/>
              <a:rect l="l" t="t" r="r" b="b"/>
              <a:pathLst>
                <a:path w="284479" h="52704">
                  <a:moveTo>
                    <a:pt x="52349" y="26174"/>
                  </a:moveTo>
                  <a:lnTo>
                    <a:pt x="50292" y="15989"/>
                  </a:lnTo>
                  <a:lnTo>
                    <a:pt x="44678" y="7670"/>
                  </a:lnTo>
                  <a:lnTo>
                    <a:pt x="36360" y="2057"/>
                  </a:lnTo>
                  <a:lnTo>
                    <a:pt x="26174" y="0"/>
                  </a:lnTo>
                  <a:lnTo>
                    <a:pt x="15989" y="2057"/>
                  </a:lnTo>
                  <a:lnTo>
                    <a:pt x="7670" y="7670"/>
                  </a:lnTo>
                  <a:lnTo>
                    <a:pt x="2057" y="15989"/>
                  </a:lnTo>
                  <a:lnTo>
                    <a:pt x="0" y="26174"/>
                  </a:lnTo>
                  <a:lnTo>
                    <a:pt x="2057" y="36360"/>
                  </a:lnTo>
                  <a:lnTo>
                    <a:pt x="7670" y="44678"/>
                  </a:lnTo>
                  <a:lnTo>
                    <a:pt x="15989" y="50292"/>
                  </a:lnTo>
                  <a:lnTo>
                    <a:pt x="26174" y="52349"/>
                  </a:lnTo>
                  <a:lnTo>
                    <a:pt x="36360" y="50292"/>
                  </a:lnTo>
                  <a:lnTo>
                    <a:pt x="44678" y="44678"/>
                  </a:lnTo>
                  <a:lnTo>
                    <a:pt x="50292" y="36360"/>
                  </a:lnTo>
                  <a:lnTo>
                    <a:pt x="52349" y="26174"/>
                  </a:lnTo>
                  <a:close/>
                </a:path>
                <a:path w="284479" h="52704">
                  <a:moveTo>
                    <a:pt x="284391" y="26174"/>
                  </a:moveTo>
                  <a:lnTo>
                    <a:pt x="282333" y="15989"/>
                  </a:lnTo>
                  <a:lnTo>
                    <a:pt x="276733" y="7670"/>
                  </a:lnTo>
                  <a:lnTo>
                    <a:pt x="268414" y="2057"/>
                  </a:lnTo>
                  <a:lnTo>
                    <a:pt x="258216" y="0"/>
                  </a:lnTo>
                  <a:lnTo>
                    <a:pt x="248031" y="2057"/>
                  </a:lnTo>
                  <a:lnTo>
                    <a:pt x="239712" y="7670"/>
                  </a:lnTo>
                  <a:lnTo>
                    <a:pt x="234099" y="15989"/>
                  </a:lnTo>
                  <a:lnTo>
                    <a:pt x="232041" y="26174"/>
                  </a:lnTo>
                  <a:lnTo>
                    <a:pt x="234099" y="36360"/>
                  </a:lnTo>
                  <a:lnTo>
                    <a:pt x="239712" y="44678"/>
                  </a:lnTo>
                  <a:lnTo>
                    <a:pt x="248031" y="50292"/>
                  </a:lnTo>
                  <a:lnTo>
                    <a:pt x="258216" y="52349"/>
                  </a:lnTo>
                  <a:lnTo>
                    <a:pt x="268414" y="50292"/>
                  </a:lnTo>
                  <a:lnTo>
                    <a:pt x="276733" y="44678"/>
                  </a:lnTo>
                  <a:lnTo>
                    <a:pt x="282333" y="36360"/>
                  </a:lnTo>
                  <a:lnTo>
                    <a:pt x="284391" y="26174"/>
                  </a:lnTo>
                  <a:close/>
                </a:path>
              </a:pathLst>
            </a:custGeom>
            <a:solidFill>
              <a:srgbClr val="5A6771"/>
            </a:solidFill>
          </p:spPr>
          <p:txBody>
            <a:bodyPr wrap="square" lIns="0" tIns="0" rIns="0" bIns="0" rtlCol="0"/>
            <a:lstStyle/>
            <a:p>
              <a:endParaRPr/>
            </a:p>
          </p:txBody>
        </p:sp>
        <p:pic>
          <p:nvPicPr>
            <p:cNvPr id="242" name="object 242"/>
            <p:cNvPicPr/>
            <p:nvPr/>
          </p:nvPicPr>
          <p:blipFill>
            <a:blip r:embed="rId42" cstate="print"/>
            <a:stretch>
              <a:fillRect/>
            </a:stretch>
          </p:blipFill>
          <p:spPr>
            <a:xfrm>
              <a:off x="4129840" y="6259562"/>
              <a:ext cx="83286" cy="126453"/>
            </a:xfrm>
            <a:prstGeom prst="rect">
              <a:avLst/>
            </a:prstGeom>
          </p:spPr>
        </p:pic>
        <p:pic>
          <p:nvPicPr>
            <p:cNvPr id="243" name="object 243"/>
            <p:cNvPicPr/>
            <p:nvPr/>
          </p:nvPicPr>
          <p:blipFill>
            <a:blip r:embed="rId43" cstate="print"/>
            <a:stretch>
              <a:fillRect/>
            </a:stretch>
          </p:blipFill>
          <p:spPr>
            <a:xfrm>
              <a:off x="4081070" y="6406616"/>
              <a:ext cx="180822" cy="134912"/>
            </a:xfrm>
            <a:prstGeom prst="rect">
              <a:avLst/>
            </a:prstGeom>
          </p:spPr>
        </p:pic>
        <p:pic>
          <p:nvPicPr>
            <p:cNvPr id="244" name="object 244"/>
            <p:cNvPicPr/>
            <p:nvPr/>
          </p:nvPicPr>
          <p:blipFill>
            <a:blip r:embed="rId44" cstate="print"/>
            <a:stretch>
              <a:fillRect/>
            </a:stretch>
          </p:blipFill>
          <p:spPr>
            <a:xfrm>
              <a:off x="3840648" y="6622265"/>
              <a:ext cx="180746" cy="184023"/>
            </a:xfrm>
            <a:prstGeom prst="rect">
              <a:avLst/>
            </a:prstGeom>
          </p:spPr>
        </p:pic>
        <p:pic>
          <p:nvPicPr>
            <p:cNvPr id="245" name="object 245"/>
            <p:cNvPicPr/>
            <p:nvPr/>
          </p:nvPicPr>
          <p:blipFill>
            <a:blip r:embed="rId45" cstate="print"/>
            <a:stretch>
              <a:fillRect/>
            </a:stretch>
          </p:blipFill>
          <p:spPr>
            <a:xfrm>
              <a:off x="4313986" y="6622271"/>
              <a:ext cx="180746" cy="184022"/>
            </a:xfrm>
            <a:prstGeom prst="rect">
              <a:avLst/>
            </a:prstGeom>
          </p:spPr>
        </p:pic>
      </p:grpSp>
      <p:pic>
        <p:nvPicPr>
          <p:cNvPr id="246" name="object 246"/>
          <p:cNvPicPr/>
          <p:nvPr/>
        </p:nvPicPr>
        <p:blipFill>
          <a:blip r:embed="rId46" cstate="print"/>
          <a:stretch>
            <a:fillRect/>
          </a:stretch>
        </p:blipFill>
        <p:spPr>
          <a:xfrm>
            <a:off x="5677199" y="5724903"/>
            <a:ext cx="1162748" cy="1236946"/>
          </a:xfrm>
          <a:prstGeom prst="rect">
            <a:avLst/>
          </a:prstGeom>
        </p:spPr>
      </p:pic>
      <p:grpSp>
        <p:nvGrpSpPr>
          <p:cNvPr id="247" name="object 247"/>
          <p:cNvGrpSpPr/>
          <p:nvPr/>
        </p:nvGrpSpPr>
        <p:grpSpPr>
          <a:xfrm>
            <a:off x="7765079" y="5725242"/>
            <a:ext cx="1163320" cy="1234440"/>
            <a:chOff x="7765079" y="5725242"/>
            <a:chExt cx="1163320" cy="1234440"/>
          </a:xfrm>
        </p:grpSpPr>
        <p:sp>
          <p:nvSpPr>
            <p:cNvPr id="248" name="object 248"/>
            <p:cNvSpPr/>
            <p:nvPr/>
          </p:nvSpPr>
          <p:spPr>
            <a:xfrm>
              <a:off x="7765079" y="5725242"/>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249" name="object 249"/>
            <p:cNvSpPr/>
            <p:nvPr/>
          </p:nvSpPr>
          <p:spPr>
            <a:xfrm>
              <a:off x="8005301" y="5856944"/>
              <a:ext cx="676910" cy="1091565"/>
            </a:xfrm>
            <a:custGeom>
              <a:avLst/>
              <a:gdLst/>
              <a:ahLst/>
              <a:cxnLst/>
              <a:rect l="l" t="t" r="r" b="b"/>
              <a:pathLst>
                <a:path w="676909" h="1091565">
                  <a:moveTo>
                    <a:pt x="412356" y="0"/>
                  </a:moveTo>
                  <a:lnTo>
                    <a:pt x="359052" y="6712"/>
                  </a:lnTo>
                  <a:lnTo>
                    <a:pt x="309591" y="25993"/>
                  </a:lnTo>
                  <a:lnTo>
                    <a:pt x="266230" y="56557"/>
                  </a:lnTo>
                  <a:lnTo>
                    <a:pt x="231228" y="97116"/>
                  </a:lnTo>
                  <a:lnTo>
                    <a:pt x="221649" y="94497"/>
                  </a:lnTo>
                  <a:lnTo>
                    <a:pt x="211899" y="92624"/>
                  </a:lnTo>
                  <a:lnTo>
                    <a:pt x="201996" y="91498"/>
                  </a:lnTo>
                  <a:lnTo>
                    <a:pt x="191960" y="91122"/>
                  </a:lnTo>
                  <a:lnTo>
                    <a:pt x="141098" y="101417"/>
                  </a:lnTo>
                  <a:lnTo>
                    <a:pt x="99521" y="129474"/>
                  </a:lnTo>
                  <a:lnTo>
                    <a:pt x="71468" y="171055"/>
                  </a:lnTo>
                  <a:lnTo>
                    <a:pt x="61175" y="221919"/>
                  </a:lnTo>
                  <a:lnTo>
                    <a:pt x="61175" y="387730"/>
                  </a:lnTo>
                  <a:lnTo>
                    <a:pt x="61760" y="389597"/>
                  </a:lnTo>
                  <a:lnTo>
                    <a:pt x="46369" y="400871"/>
                  </a:lnTo>
                  <a:lnTo>
                    <a:pt x="34440" y="415728"/>
                  </a:lnTo>
                  <a:lnTo>
                    <a:pt x="26728" y="433414"/>
                  </a:lnTo>
                  <a:lnTo>
                    <a:pt x="23990" y="453174"/>
                  </a:lnTo>
                  <a:lnTo>
                    <a:pt x="29690" y="481333"/>
                  </a:lnTo>
                  <a:lnTo>
                    <a:pt x="45224" y="504355"/>
                  </a:lnTo>
                  <a:lnTo>
                    <a:pt x="68245" y="519889"/>
                  </a:lnTo>
                  <a:lnTo>
                    <a:pt x="96405" y="525589"/>
                  </a:lnTo>
                  <a:lnTo>
                    <a:pt x="97904" y="525589"/>
                  </a:lnTo>
                  <a:lnTo>
                    <a:pt x="97904" y="590613"/>
                  </a:lnTo>
                  <a:lnTo>
                    <a:pt x="104180" y="636915"/>
                  </a:lnTo>
                  <a:lnTo>
                    <a:pt x="121878" y="678498"/>
                  </a:lnTo>
                  <a:lnTo>
                    <a:pt x="149300" y="713690"/>
                  </a:lnTo>
                  <a:lnTo>
                    <a:pt x="184750" y="740820"/>
                  </a:lnTo>
                  <a:lnTo>
                    <a:pt x="226529" y="758215"/>
                  </a:lnTo>
                  <a:lnTo>
                    <a:pt x="215677" y="762221"/>
                  </a:lnTo>
                  <a:lnTo>
                    <a:pt x="204965" y="766584"/>
                  </a:lnTo>
                  <a:lnTo>
                    <a:pt x="194415" y="771309"/>
                  </a:lnTo>
                  <a:lnTo>
                    <a:pt x="182930" y="776973"/>
                  </a:lnTo>
                  <a:lnTo>
                    <a:pt x="181241" y="778649"/>
                  </a:lnTo>
                  <a:lnTo>
                    <a:pt x="144677" y="784109"/>
                  </a:lnTo>
                  <a:lnTo>
                    <a:pt x="119765" y="799439"/>
                  </a:lnTo>
                  <a:lnTo>
                    <a:pt x="104805" y="819579"/>
                  </a:lnTo>
                  <a:lnTo>
                    <a:pt x="98094" y="839469"/>
                  </a:lnTo>
                  <a:lnTo>
                    <a:pt x="63606" y="880068"/>
                  </a:lnTo>
                  <a:lnTo>
                    <a:pt x="36243" y="924883"/>
                  </a:lnTo>
                  <a:lnTo>
                    <a:pt x="16314" y="973204"/>
                  </a:lnTo>
                  <a:lnTo>
                    <a:pt x="4130" y="1024320"/>
                  </a:lnTo>
                  <a:lnTo>
                    <a:pt x="0" y="1077518"/>
                  </a:lnTo>
                  <a:lnTo>
                    <a:pt x="0" y="1084973"/>
                  </a:lnTo>
                  <a:lnTo>
                    <a:pt x="6045" y="1091006"/>
                  </a:lnTo>
                  <a:lnTo>
                    <a:pt x="670788" y="1091006"/>
                  </a:lnTo>
                  <a:lnTo>
                    <a:pt x="676821" y="1084973"/>
                  </a:lnTo>
                  <a:lnTo>
                    <a:pt x="676821" y="1077518"/>
                  </a:lnTo>
                  <a:lnTo>
                    <a:pt x="673610" y="1030728"/>
                  </a:lnTo>
                  <a:lnTo>
                    <a:pt x="664218" y="985680"/>
                  </a:lnTo>
                  <a:lnTo>
                    <a:pt x="649007" y="942866"/>
                  </a:lnTo>
                  <a:lnTo>
                    <a:pt x="628339" y="902778"/>
                  </a:lnTo>
                  <a:lnTo>
                    <a:pt x="602576" y="865907"/>
                  </a:lnTo>
                  <a:lnTo>
                    <a:pt x="572080" y="832745"/>
                  </a:lnTo>
                  <a:lnTo>
                    <a:pt x="537214" y="803783"/>
                  </a:lnTo>
                  <a:lnTo>
                    <a:pt x="498338" y="779512"/>
                  </a:lnTo>
                  <a:lnTo>
                    <a:pt x="455815" y="760425"/>
                  </a:lnTo>
                  <a:lnTo>
                    <a:pt x="500148" y="744286"/>
                  </a:lnTo>
                  <a:lnTo>
                    <a:pt x="537928" y="717350"/>
                  </a:lnTo>
                  <a:lnTo>
                    <a:pt x="567260" y="681502"/>
                  </a:lnTo>
                  <a:lnTo>
                    <a:pt x="586250" y="638628"/>
                  </a:lnTo>
                  <a:lnTo>
                    <a:pt x="593001" y="590613"/>
                  </a:lnTo>
                  <a:lnTo>
                    <a:pt x="593001" y="526973"/>
                  </a:lnTo>
                  <a:lnTo>
                    <a:pt x="598716" y="526973"/>
                  </a:lnTo>
                  <a:lnTo>
                    <a:pt x="626877" y="521273"/>
                  </a:lnTo>
                  <a:lnTo>
                    <a:pt x="649903" y="505739"/>
                  </a:lnTo>
                  <a:lnTo>
                    <a:pt x="665442" y="482718"/>
                  </a:lnTo>
                  <a:lnTo>
                    <a:pt x="671144" y="454558"/>
                  </a:lnTo>
                  <a:lnTo>
                    <a:pt x="668484" y="435108"/>
                  </a:lnTo>
                  <a:lnTo>
                    <a:pt x="660990" y="417658"/>
                  </a:lnTo>
                  <a:lnTo>
                    <a:pt x="649391" y="402923"/>
                  </a:lnTo>
                  <a:lnTo>
                    <a:pt x="634415" y="391617"/>
                  </a:lnTo>
                  <a:lnTo>
                    <a:pt x="634415" y="252145"/>
                  </a:lnTo>
                  <a:lnTo>
                    <a:pt x="660288" y="207252"/>
                  </a:lnTo>
                  <a:lnTo>
                    <a:pt x="667105" y="186626"/>
                  </a:lnTo>
                  <a:lnTo>
                    <a:pt x="666292" y="182244"/>
                  </a:lnTo>
                  <a:lnTo>
                    <a:pt x="661187" y="175475"/>
                  </a:lnTo>
                  <a:lnTo>
                    <a:pt x="657212" y="173481"/>
                  </a:lnTo>
                  <a:lnTo>
                    <a:pt x="625297" y="173481"/>
                  </a:lnTo>
                  <a:lnTo>
                    <a:pt x="609537" y="126019"/>
                  </a:lnTo>
                  <a:lnTo>
                    <a:pt x="583823" y="84201"/>
                  </a:lnTo>
                  <a:lnTo>
                    <a:pt x="549702" y="49360"/>
                  </a:lnTo>
                  <a:lnTo>
                    <a:pt x="508719" y="22825"/>
                  </a:lnTo>
                  <a:lnTo>
                    <a:pt x="462422" y="5928"/>
                  </a:lnTo>
                  <a:lnTo>
                    <a:pt x="412356" y="0"/>
                  </a:lnTo>
                  <a:close/>
                </a:path>
              </a:pathLst>
            </a:custGeom>
            <a:solidFill>
              <a:srgbClr val="FFFFFF"/>
            </a:solidFill>
          </p:spPr>
          <p:txBody>
            <a:bodyPr wrap="square" lIns="0" tIns="0" rIns="0" bIns="0" rtlCol="0"/>
            <a:lstStyle/>
            <a:p>
              <a:endParaRPr/>
            </a:p>
          </p:txBody>
        </p:sp>
        <p:sp>
          <p:nvSpPr>
            <p:cNvPr id="250" name="object 250"/>
            <p:cNvSpPr/>
            <p:nvPr/>
          </p:nvSpPr>
          <p:spPr>
            <a:xfrm>
              <a:off x="8012695" y="6630958"/>
              <a:ext cx="662305" cy="314960"/>
            </a:xfrm>
            <a:custGeom>
              <a:avLst/>
              <a:gdLst/>
              <a:ahLst/>
              <a:cxnLst/>
              <a:rect l="l" t="t" r="r" b="b"/>
              <a:pathLst>
                <a:path w="662304" h="314959">
                  <a:moveTo>
                    <a:pt x="433285" y="0"/>
                  </a:moveTo>
                  <a:lnTo>
                    <a:pt x="99593" y="78231"/>
                  </a:lnTo>
                  <a:lnTo>
                    <a:pt x="65641" y="117001"/>
                  </a:lnTo>
                  <a:lnTo>
                    <a:pt x="37993" y="160753"/>
                  </a:lnTo>
                  <a:lnTo>
                    <a:pt x="17361" y="208779"/>
                  </a:lnTo>
                  <a:lnTo>
                    <a:pt x="4459" y="260371"/>
                  </a:lnTo>
                  <a:lnTo>
                    <a:pt x="0" y="314820"/>
                  </a:lnTo>
                  <a:lnTo>
                    <a:pt x="662038" y="314820"/>
                  </a:lnTo>
                  <a:lnTo>
                    <a:pt x="658564" y="266696"/>
                  </a:lnTo>
                  <a:lnTo>
                    <a:pt x="648466" y="220725"/>
                  </a:lnTo>
                  <a:lnTo>
                    <a:pt x="632232" y="177393"/>
                  </a:lnTo>
                  <a:lnTo>
                    <a:pt x="610351" y="137185"/>
                  </a:lnTo>
                  <a:lnTo>
                    <a:pt x="583308" y="100587"/>
                  </a:lnTo>
                  <a:lnTo>
                    <a:pt x="551593" y="68084"/>
                  </a:lnTo>
                  <a:lnTo>
                    <a:pt x="515692" y="40162"/>
                  </a:lnTo>
                  <a:lnTo>
                    <a:pt x="476094" y="17305"/>
                  </a:lnTo>
                  <a:lnTo>
                    <a:pt x="433285" y="0"/>
                  </a:lnTo>
                  <a:close/>
                </a:path>
              </a:pathLst>
            </a:custGeom>
            <a:solidFill>
              <a:srgbClr val="FFFFFF"/>
            </a:solidFill>
          </p:spPr>
          <p:txBody>
            <a:bodyPr wrap="square" lIns="0" tIns="0" rIns="0" bIns="0" rtlCol="0"/>
            <a:lstStyle/>
            <a:p>
              <a:endParaRPr/>
            </a:p>
          </p:txBody>
        </p:sp>
        <p:sp>
          <p:nvSpPr>
            <p:cNvPr id="251" name="object 251"/>
            <p:cNvSpPr/>
            <p:nvPr/>
          </p:nvSpPr>
          <p:spPr>
            <a:xfrm>
              <a:off x="8012695" y="6630958"/>
              <a:ext cx="662305" cy="314960"/>
            </a:xfrm>
            <a:custGeom>
              <a:avLst/>
              <a:gdLst/>
              <a:ahLst/>
              <a:cxnLst/>
              <a:rect l="l" t="t" r="r" b="b"/>
              <a:pathLst>
                <a:path w="662304" h="314959">
                  <a:moveTo>
                    <a:pt x="99593" y="78231"/>
                  </a:moveTo>
                  <a:lnTo>
                    <a:pt x="65641" y="117001"/>
                  </a:lnTo>
                  <a:lnTo>
                    <a:pt x="37993" y="160753"/>
                  </a:lnTo>
                  <a:lnTo>
                    <a:pt x="17361" y="208779"/>
                  </a:lnTo>
                  <a:lnTo>
                    <a:pt x="4459" y="260371"/>
                  </a:lnTo>
                  <a:lnTo>
                    <a:pt x="0" y="314820"/>
                  </a:lnTo>
                  <a:lnTo>
                    <a:pt x="239623" y="314820"/>
                  </a:lnTo>
                  <a:lnTo>
                    <a:pt x="429145" y="314820"/>
                  </a:lnTo>
                  <a:lnTo>
                    <a:pt x="662038" y="314820"/>
                  </a:lnTo>
                  <a:lnTo>
                    <a:pt x="658564" y="266696"/>
                  </a:lnTo>
                  <a:lnTo>
                    <a:pt x="648466" y="220725"/>
                  </a:lnTo>
                  <a:lnTo>
                    <a:pt x="632232" y="177393"/>
                  </a:lnTo>
                  <a:lnTo>
                    <a:pt x="610351" y="137185"/>
                  </a:lnTo>
                  <a:lnTo>
                    <a:pt x="583308" y="100587"/>
                  </a:lnTo>
                  <a:lnTo>
                    <a:pt x="551593" y="68084"/>
                  </a:lnTo>
                  <a:lnTo>
                    <a:pt x="515692" y="40162"/>
                  </a:lnTo>
                  <a:lnTo>
                    <a:pt x="476094" y="17305"/>
                  </a:lnTo>
                  <a:lnTo>
                    <a:pt x="433285" y="0"/>
                  </a:lnTo>
                </a:path>
              </a:pathLst>
            </a:custGeom>
            <a:ln w="27482">
              <a:solidFill>
                <a:srgbClr val="5A6771"/>
              </a:solidFill>
            </a:ln>
          </p:spPr>
          <p:txBody>
            <a:bodyPr wrap="square" lIns="0" tIns="0" rIns="0" bIns="0" rtlCol="0"/>
            <a:lstStyle/>
            <a:p>
              <a:endParaRPr/>
            </a:p>
          </p:txBody>
        </p:sp>
        <p:pic>
          <p:nvPicPr>
            <p:cNvPr id="252" name="object 252"/>
            <p:cNvPicPr/>
            <p:nvPr/>
          </p:nvPicPr>
          <p:blipFill>
            <a:blip r:embed="rId47" cstate="print"/>
            <a:stretch>
              <a:fillRect/>
            </a:stretch>
          </p:blipFill>
          <p:spPr>
            <a:xfrm>
              <a:off x="8023397" y="6235933"/>
              <a:ext cx="102311" cy="147561"/>
            </a:xfrm>
            <a:prstGeom prst="rect">
              <a:avLst/>
            </a:prstGeom>
          </p:spPr>
        </p:pic>
        <p:pic>
          <p:nvPicPr>
            <p:cNvPr id="253" name="object 253"/>
            <p:cNvPicPr/>
            <p:nvPr/>
          </p:nvPicPr>
          <p:blipFill>
            <a:blip r:embed="rId48" cstate="print"/>
            <a:stretch>
              <a:fillRect/>
            </a:stretch>
          </p:blipFill>
          <p:spPr>
            <a:xfrm>
              <a:off x="8580364" y="6237341"/>
              <a:ext cx="102311" cy="147561"/>
            </a:xfrm>
            <a:prstGeom prst="rect">
              <a:avLst/>
            </a:prstGeom>
          </p:spPr>
        </p:pic>
        <p:pic>
          <p:nvPicPr>
            <p:cNvPr id="254" name="object 254"/>
            <p:cNvPicPr/>
            <p:nvPr/>
          </p:nvPicPr>
          <p:blipFill>
            <a:blip r:embed="rId49" cstate="print"/>
            <a:stretch>
              <a:fillRect/>
            </a:stretch>
          </p:blipFill>
          <p:spPr>
            <a:xfrm>
              <a:off x="8248370" y="6606688"/>
              <a:ext cx="205041" cy="137198"/>
            </a:xfrm>
            <a:prstGeom prst="rect">
              <a:avLst/>
            </a:prstGeom>
          </p:spPr>
        </p:pic>
        <p:sp>
          <p:nvSpPr>
            <p:cNvPr id="255" name="object 255"/>
            <p:cNvSpPr/>
            <p:nvPr/>
          </p:nvSpPr>
          <p:spPr>
            <a:xfrm>
              <a:off x="8213699" y="6284493"/>
              <a:ext cx="274955" cy="50800"/>
            </a:xfrm>
            <a:custGeom>
              <a:avLst/>
              <a:gdLst/>
              <a:ahLst/>
              <a:cxnLst/>
              <a:rect l="l" t="t" r="r" b="b"/>
              <a:pathLst>
                <a:path w="274954" h="50800">
                  <a:moveTo>
                    <a:pt x="50507" y="25247"/>
                  </a:moveTo>
                  <a:lnTo>
                    <a:pt x="48526" y="15417"/>
                  </a:lnTo>
                  <a:lnTo>
                    <a:pt x="43116" y="7391"/>
                  </a:lnTo>
                  <a:lnTo>
                    <a:pt x="35090" y="1981"/>
                  </a:lnTo>
                  <a:lnTo>
                    <a:pt x="25260" y="0"/>
                  </a:lnTo>
                  <a:lnTo>
                    <a:pt x="15430" y="1981"/>
                  </a:lnTo>
                  <a:lnTo>
                    <a:pt x="7391" y="7391"/>
                  </a:lnTo>
                  <a:lnTo>
                    <a:pt x="1981" y="15417"/>
                  </a:lnTo>
                  <a:lnTo>
                    <a:pt x="0" y="25247"/>
                  </a:lnTo>
                  <a:lnTo>
                    <a:pt x="1981" y="35077"/>
                  </a:lnTo>
                  <a:lnTo>
                    <a:pt x="7391" y="43103"/>
                  </a:lnTo>
                  <a:lnTo>
                    <a:pt x="15430" y="48514"/>
                  </a:lnTo>
                  <a:lnTo>
                    <a:pt x="25260" y="50507"/>
                  </a:lnTo>
                  <a:lnTo>
                    <a:pt x="35090" y="48514"/>
                  </a:lnTo>
                  <a:lnTo>
                    <a:pt x="43116" y="43103"/>
                  </a:lnTo>
                  <a:lnTo>
                    <a:pt x="48526" y="35077"/>
                  </a:lnTo>
                  <a:lnTo>
                    <a:pt x="50507" y="25247"/>
                  </a:lnTo>
                  <a:close/>
                </a:path>
                <a:path w="274954" h="50800">
                  <a:moveTo>
                    <a:pt x="274370" y="25247"/>
                  </a:moveTo>
                  <a:lnTo>
                    <a:pt x="272389" y="15417"/>
                  </a:lnTo>
                  <a:lnTo>
                    <a:pt x="266979" y="7391"/>
                  </a:lnTo>
                  <a:lnTo>
                    <a:pt x="258940" y="1981"/>
                  </a:lnTo>
                  <a:lnTo>
                    <a:pt x="249110" y="0"/>
                  </a:lnTo>
                  <a:lnTo>
                    <a:pt x="239280" y="1981"/>
                  </a:lnTo>
                  <a:lnTo>
                    <a:pt x="231254" y="7391"/>
                  </a:lnTo>
                  <a:lnTo>
                    <a:pt x="225844" y="15417"/>
                  </a:lnTo>
                  <a:lnTo>
                    <a:pt x="223862" y="25247"/>
                  </a:lnTo>
                  <a:lnTo>
                    <a:pt x="225844" y="35077"/>
                  </a:lnTo>
                  <a:lnTo>
                    <a:pt x="231254" y="43103"/>
                  </a:lnTo>
                  <a:lnTo>
                    <a:pt x="239280" y="48514"/>
                  </a:lnTo>
                  <a:lnTo>
                    <a:pt x="249110" y="50507"/>
                  </a:lnTo>
                  <a:lnTo>
                    <a:pt x="258940" y="48514"/>
                  </a:lnTo>
                  <a:lnTo>
                    <a:pt x="266979" y="43103"/>
                  </a:lnTo>
                  <a:lnTo>
                    <a:pt x="272389" y="35077"/>
                  </a:lnTo>
                  <a:lnTo>
                    <a:pt x="274370" y="25247"/>
                  </a:lnTo>
                  <a:close/>
                </a:path>
              </a:pathLst>
            </a:custGeom>
            <a:solidFill>
              <a:srgbClr val="5A6771"/>
            </a:solidFill>
          </p:spPr>
          <p:txBody>
            <a:bodyPr wrap="square" lIns="0" tIns="0" rIns="0" bIns="0" rtlCol="0"/>
            <a:lstStyle/>
            <a:p>
              <a:endParaRPr/>
            </a:p>
          </p:txBody>
        </p:sp>
        <p:pic>
          <p:nvPicPr>
            <p:cNvPr id="256" name="object 256"/>
            <p:cNvPicPr/>
            <p:nvPr/>
          </p:nvPicPr>
          <p:blipFill>
            <a:blip r:embed="rId50" cstate="print"/>
            <a:stretch>
              <a:fillRect/>
            </a:stretch>
          </p:blipFill>
          <p:spPr>
            <a:xfrm>
              <a:off x="8310061" y="6322161"/>
              <a:ext cx="81660" cy="123304"/>
            </a:xfrm>
            <a:prstGeom prst="rect">
              <a:avLst/>
            </a:prstGeom>
          </p:spPr>
        </p:pic>
        <p:sp>
          <p:nvSpPr>
            <p:cNvPr id="257" name="object 257"/>
            <p:cNvSpPr/>
            <p:nvPr/>
          </p:nvSpPr>
          <p:spPr>
            <a:xfrm>
              <a:off x="8075017" y="5861770"/>
              <a:ext cx="589280" cy="751840"/>
            </a:xfrm>
            <a:custGeom>
              <a:avLst/>
              <a:gdLst/>
              <a:ahLst/>
              <a:cxnLst/>
              <a:rect l="l" t="t" r="r" b="b"/>
              <a:pathLst>
                <a:path w="589279" h="751840">
                  <a:moveTo>
                    <a:pt x="0" y="380238"/>
                  </a:moveTo>
                  <a:lnTo>
                    <a:pt x="0" y="212344"/>
                  </a:lnTo>
                  <a:lnTo>
                    <a:pt x="9391" y="165826"/>
                  </a:lnTo>
                  <a:lnTo>
                    <a:pt x="35001" y="127839"/>
                  </a:lnTo>
                  <a:lnTo>
                    <a:pt x="72984" y="102228"/>
                  </a:lnTo>
                  <a:lnTo>
                    <a:pt x="119494" y="92836"/>
                  </a:lnTo>
                  <a:lnTo>
                    <a:pt x="131717" y="93455"/>
                  </a:lnTo>
                  <a:lnTo>
                    <a:pt x="143583" y="95269"/>
                  </a:lnTo>
                  <a:lnTo>
                    <a:pt x="155034" y="98216"/>
                  </a:lnTo>
                  <a:lnTo>
                    <a:pt x="166014" y="102234"/>
                  </a:lnTo>
                  <a:lnTo>
                    <a:pt x="165303" y="101803"/>
                  </a:lnTo>
                  <a:lnTo>
                    <a:pt x="197806" y="60184"/>
                  </a:lnTo>
                  <a:lnTo>
                    <a:pt x="239725" y="28046"/>
                  </a:lnTo>
                  <a:lnTo>
                    <a:pt x="289111" y="7336"/>
                  </a:lnTo>
                  <a:lnTo>
                    <a:pt x="344017" y="0"/>
                  </a:lnTo>
                  <a:lnTo>
                    <a:pt x="394377" y="6146"/>
                  </a:lnTo>
                  <a:lnTo>
                    <a:pt x="440266" y="23595"/>
                  </a:lnTo>
                  <a:lnTo>
                    <a:pt x="480201" y="50865"/>
                  </a:lnTo>
                  <a:lnTo>
                    <a:pt x="512698" y="86471"/>
                  </a:lnTo>
                  <a:lnTo>
                    <a:pt x="536277" y="128929"/>
                  </a:lnTo>
                  <a:lnTo>
                    <a:pt x="549452" y="176758"/>
                  </a:lnTo>
                  <a:lnTo>
                    <a:pt x="589165" y="176758"/>
                  </a:lnTo>
                  <a:lnTo>
                    <a:pt x="568376" y="222151"/>
                  </a:lnTo>
                  <a:lnTo>
                    <a:pt x="536076" y="259186"/>
                  </a:lnTo>
                  <a:lnTo>
                    <a:pt x="495080" y="286870"/>
                  </a:lnTo>
                  <a:lnTo>
                    <a:pt x="448199" y="304209"/>
                  </a:lnTo>
                  <a:lnTo>
                    <a:pt x="398246" y="310210"/>
                  </a:lnTo>
                  <a:lnTo>
                    <a:pt x="347921" y="304123"/>
                  </a:lnTo>
                  <a:lnTo>
                    <a:pt x="302006" y="286834"/>
                  </a:lnTo>
                  <a:lnTo>
                    <a:pt x="261957" y="259798"/>
                  </a:lnTo>
                  <a:lnTo>
                    <a:pt x="229230" y="224471"/>
                  </a:lnTo>
                  <a:lnTo>
                    <a:pt x="205282" y="182308"/>
                  </a:lnTo>
                  <a:lnTo>
                    <a:pt x="201422" y="182206"/>
                  </a:lnTo>
                  <a:lnTo>
                    <a:pt x="196151" y="182206"/>
                  </a:lnTo>
                  <a:lnTo>
                    <a:pt x="145978" y="190299"/>
                  </a:lnTo>
                  <a:lnTo>
                    <a:pt x="102403" y="212834"/>
                  </a:lnTo>
                  <a:lnTo>
                    <a:pt x="68041" y="247196"/>
                  </a:lnTo>
                  <a:lnTo>
                    <a:pt x="45506" y="290770"/>
                  </a:lnTo>
                  <a:lnTo>
                    <a:pt x="37414" y="340944"/>
                  </a:lnTo>
                  <a:lnTo>
                    <a:pt x="37414" y="587959"/>
                  </a:lnTo>
                  <a:lnTo>
                    <a:pt x="43246" y="631363"/>
                  </a:lnTo>
                  <a:lnTo>
                    <a:pt x="59706" y="670367"/>
                  </a:lnTo>
                  <a:lnTo>
                    <a:pt x="85237" y="703414"/>
                  </a:lnTo>
                  <a:lnTo>
                    <a:pt x="118284" y="728948"/>
                  </a:lnTo>
                  <a:lnTo>
                    <a:pt x="157289" y="745409"/>
                  </a:lnTo>
                  <a:lnTo>
                    <a:pt x="200698" y="751243"/>
                  </a:lnTo>
                  <a:lnTo>
                    <a:pt x="351040" y="751243"/>
                  </a:lnTo>
                  <a:lnTo>
                    <a:pt x="394449" y="745409"/>
                  </a:lnTo>
                  <a:lnTo>
                    <a:pt x="433454" y="728948"/>
                  </a:lnTo>
                  <a:lnTo>
                    <a:pt x="466501" y="703414"/>
                  </a:lnTo>
                  <a:lnTo>
                    <a:pt x="492032" y="670367"/>
                  </a:lnTo>
                  <a:lnTo>
                    <a:pt x="508492" y="631363"/>
                  </a:lnTo>
                  <a:lnTo>
                    <a:pt x="514324" y="587959"/>
                  </a:lnTo>
                  <a:lnTo>
                    <a:pt x="514324" y="340944"/>
                  </a:lnTo>
                  <a:lnTo>
                    <a:pt x="513758" y="327426"/>
                  </a:lnTo>
                  <a:lnTo>
                    <a:pt x="512087" y="314221"/>
                  </a:lnTo>
                  <a:lnTo>
                    <a:pt x="509357" y="301376"/>
                  </a:lnTo>
                  <a:lnTo>
                    <a:pt x="505612" y="288937"/>
                  </a:lnTo>
                </a:path>
              </a:pathLst>
            </a:custGeom>
            <a:ln w="27482">
              <a:solidFill>
                <a:srgbClr val="5A6771"/>
              </a:solidFill>
            </a:ln>
          </p:spPr>
          <p:txBody>
            <a:bodyPr wrap="square" lIns="0" tIns="0" rIns="0" bIns="0" rtlCol="0"/>
            <a:lstStyle/>
            <a:p>
              <a:endParaRPr/>
            </a:p>
          </p:txBody>
        </p:sp>
        <p:sp>
          <p:nvSpPr>
            <p:cNvPr id="258" name="object 258"/>
            <p:cNvSpPr/>
            <p:nvPr/>
          </p:nvSpPr>
          <p:spPr>
            <a:xfrm>
              <a:off x="8631523" y="6104565"/>
              <a:ext cx="0" cy="143510"/>
            </a:xfrm>
            <a:custGeom>
              <a:avLst/>
              <a:gdLst/>
              <a:ahLst/>
              <a:cxnLst/>
              <a:rect l="l" t="t" r="r" b="b"/>
              <a:pathLst>
                <a:path h="143510">
                  <a:moveTo>
                    <a:pt x="0" y="143268"/>
                  </a:moveTo>
                  <a:lnTo>
                    <a:pt x="0" y="0"/>
                  </a:lnTo>
                </a:path>
              </a:pathLst>
            </a:custGeom>
            <a:ln w="27482">
              <a:solidFill>
                <a:srgbClr val="5A6771"/>
              </a:solidFill>
            </a:ln>
          </p:spPr>
          <p:txBody>
            <a:bodyPr wrap="square" lIns="0" tIns="0" rIns="0" bIns="0" rtlCol="0"/>
            <a:lstStyle/>
            <a:p>
              <a:endParaRPr/>
            </a:p>
          </p:txBody>
        </p:sp>
        <p:sp>
          <p:nvSpPr>
            <p:cNvPr id="259" name="object 259"/>
            <p:cNvSpPr/>
            <p:nvPr/>
          </p:nvSpPr>
          <p:spPr>
            <a:xfrm>
              <a:off x="8196930" y="6221594"/>
              <a:ext cx="84455" cy="22225"/>
            </a:xfrm>
            <a:custGeom>
              <a:avLst/>
              <a:gdLst/>
              <a:ahLst/>
              <a:cxnLst/>
              <a:rect l="l" t="t" r="r" b="b"/>
              <a:pathLst>
                <a:path w="84454" h="22225">
                  <a:moveTo>
                    <a:pt x="84061" y="22188"/>
                  </a:moveTo>
                  <a:lnTo>
                    <a:pt x="58080" y="5740"/>
                  </a:lnTo>
                  <a:lnTo>
                    <a:pt x="40663" y="0"/>
                  </a:lnTo>
                  <a:lnTo>
                    <a:pt x="23930" y="4734"/>
                  </a:lnTo>
                  <a:lnTo>
                    <a:pt x="0" y="19711"/>
                  </a:lnTo>
                </a:path>
              </a:pathLst>
            </a:custGeom>
            <a:ln w="27482">
              <a:solidFill>
                <a:srgbClr val="5A6771"/>
              </a:solidFill>
            </a:ln>
          </p:spPr>
          <p:txBody>
            <a:bodyPr wrap="square" lIns="0" tIns="0" rIns="0" bIns="0" rtlCol="0"/>
            <a:lstStyle/>
            <a:p>
              <a:endParaRPr/>
            </a:p>
          </p:txBody>
        </p:sp>
        <p:sp>
          <p:nvSpPr>
            <p:cNvPr id="260" name="object 260"/>
            <p:cNvSpPr/>
            <p:nvPr/>
          </p:nvSpPr>
          <p:spPr>
            <a:xfrm>
              <a:off x="8420788" y="6221594"/>
              <a:ext cx="84455" cy="22225"/>
            </a:xfrm>
            <a:custGeom>
              <a:avLst/>
              <a:gdLst/>
              <a:ahLst/>
              <a:cxnLst/>
              <a:rect l="l" t="t" r="r" b="b"/>
              <a:pathLst>
                <a:path w="84454" h="22225">
                  <a:moveTo>
                    <a:pt x="0" y="22188"/>
                  </a:moveTo>
                  <a:lnTo>
                    <a:pt x="25980" y="5740"/>
                  </a:lnTo>
                  <a:lnTo>
                    <a:pt x="43397" y="0"/>
                  </a:lnTo>
                  <a:lnTo>
                    <a:pt x="60130" y="4734"/>
                  </a:lnTo>
                  <a:lnTo>
                    <a:pt x="84061" y="19711"/>
                  </a:lnTo>
                </a:path>
              </a:pathLst>
            </a:custGeom>
            <a:ln w="27482">
              <a:solidFill>
                <a:srgbClr val="5A6771"/>
              </a:solidFill>
            </a:ln>
          </p:spPr>
          <p:txBody>
            <a:bodyPr wrap="square" lIns="0" tIns="0" rIns="0" bIns="0" rtlCol="0"/>
            <a:lstStyle/>
            <a:p>
              <a:endParaRPr/>
            </a:p>
          </p:txBody>
        </p:sp>
        <p:sp>
          <p:nvSpPr>
            <p:cNvPr id="261" name="object 261"/>
            <p:cNvSpPr/>
            <p:nvPr/>
          </p:nvSpPr>
          <p:spPr>
            <a:xfrm>
              <a:off x="8192725" y="6627643"/>
              <a:ext cx="59690" cy="24130"/>
            </a:xfrm>
            <a:custGeom>
              <a:avLst/>
              <a:gdLst/>
              <a:ahLst/>
              <a:cxnLst/>
              <a:rect l="l" t="t" r="r" b="b"/>
              <a:pathLst>
                <a:path w="59690" h="24129">
                  <a:moveTo>
                    <a:pt x="59588" y="0"/>
                  </a:moveTo>
                  <a:lnTo>
                    <a:pt x="44173" y="4835"/>
                  </a:lnTo>
                  <a:lnTo>
                    <a:pt x="29089" y="10391"/>
                  </a:lnTo>
                  <a:lnTo>
                    <a:pt x="14357" y="16648"/>
                  </a:lnTo>
                  <a:lnTo>
                    <a:pt x="0" y="23583"/>
                  </a:lnTo>
                </a:path>
              </a:pathLst>
            </a:custGeom>
            <a:ln w="27482">
              <a:solidFill>
                <a:srgbClr val="5A6771"/>
              </a:solidFill>
            </a:ln>
          </p:spPr>
          <p:txBody>
            <a:bodyPr wrap="square" lIns="0" tIns="0" rIns="0" bIns="0" rtlCol="0"/>
            <a:lstStyle/>
            <a:p>
              <a:endParaRPr/>
            </a:p>
          </p:txBody>
        </p:sp>
        <p:sp>
          <p:nvSpPr>
            <p:cNvPr id="262" name="object 262"/>
            <p:cNvSpPr/>
            <p:nvPr/>
          </p:nvSpPr>
          <p:spPr>
            <a:xfrm>
              <a:off x="8111972" y="6653931"/>
              <a:ext cx="415290" cy="292100"/>
            </a:xfrm>
            <a:custGeom>
              <a:avLst/>
              <a:gdLst/>
              <a:ahLst/>
              <a:cxnLst/>
              <a:rect l="l" t="t" r="r" b="b"/>
              <a:pathLst>
                <a:path w="415290" h="292100">
                  <a:moveTo>
                    <a:pt x="126987" y="291848"/>
                  </a:moveTo>
                  <a:lnTo>
                    <a:pt x="91895" y="250182"/>
                  </a:lnTo>
                  <a:lnTo>
                    <a:pt x="59400" y="202829"/>
                  </a:lnTo>
                  <a:lnTo>
                    <a:pt x="31751" y="152617"/>
                  </a:lnTo>
                  <a:lnTo>
                    <a:pt x="11201" y="102374"/>
                  </a:lnTo>
                  <a:lnTo>
                    <a:pt x="0" y="54930"/>
                  </a:lnTo>
                  <a:lnTo>
                    <a:pt x="4350" y="21870"/>
                  </a:lnTo>
                  <a:lnTo>
                    <a:pt x="13469" y="5242"/>
                  </a:lnTo>
                  <a:lnTo>
                    <a:pt x="34259" y="0"/>
                  </a:lnTo>
                  <a:lnTo>
                    <a:pt x="73621" y="1094"/>
                  </a:lnTo>
                  <a:lnTo>
                    <a:pt x="74244" y="1094"/>
                  </a:lnTo>
                  <a:lnTo>
                    <a:pt x="93924" y="39005"/>
                  </a:lnTo>
                  <a:lnTo>
                    <a:pt x="119014" y="77824"/>
                  </a:lnTo>
                  <a:lnTo>
                    <a:pt x="149145" y="116562"/>
                  </a:lnTo>
                  <a:lnTo>
                    <a:pt x="183949" y="154228"/>
                  </a:lnTo>
                  <a:lnTo>
                    <a:pt x="223057" y="189834"/>
                  </a:lnTo>
                  <a:lnTo>
                    <a:pt x="266101" y="222388"/>
                  </a:lnTo>
                  <a:lnTo>
                    <a:pt x="312712" y="250902"/>
                  </a:lnTo>
                  <a:lnTo>
                    <a:pt x="362522" y="274385"/>
                  </a:lnTo>
                  <a:lnTo>
                    <a:pt x="415163" y="291848"/>
                  </a:lnTo>
                </a:path>
              </a:pathLst>
            </a:custGeom>
            <a:ln w="27482">
              <a:solidFill>
                <a:srgbClr val="5A6771"/>
              </a:solidFill>
            </a:ln>
          </p:spPr>
          <p:txBody>
            <a:bodyPr wrap="square" lIns="0" tIns="0" rIns="0" bIns="0" rtlCol="0"/>
            <a:lstStyle/>
            <a:p>
              <a:endParaRPr/>
            </a:p>
          </p:txBody>
        </p:sp>
        <p:sp>
          <p:nvSpPr>
            <p:cNvPr id="263" name="object 263"/>
            <p:cNvSpPr/>
            <p:nvPr/>
          </p:nvSpPr>
          <p:spPr>
            <a:xfrm>
              <a:off x="8266766" y="6654346"/>
              <a:ext cx="213360" cy="151765"/>
            </a:xfrm>
            <a:custGeom>
              <a:avLst/>
              <a:gdLst/>
              <a:ahLst/>
              <a:cxnLst/>
              <a:rect l="l" t="t" r="r" b="b"/>
              <a:pathLst>
                <a:path w="213359" h="151765">
                  <a:moveTo>
                    <a:pt x="76949" y="85115"/>
                  </a:moveTo>
                  <a:lnTo>
                    <a:pt x="0" y="122707"/>
                  </a:lnTo>
                </a:path>
                <a:path w="213359" h="151765">
                  <a:moveTo>
                    <a:pt x="76949" y="85115"/>
                  </a:moveTo>
                  <a:lnTo>
                    <a:pt x="213004" y="151587"/>
                  </a:lnTo>
                  <a:lnTo>
                    <a:pt x="213004" y="0"/>
                  </a:lnTo>
                </a:path>
              </a:pathLst>
            </a:custGeom>
            <a:ln w="27482">
              <a:solidFill>
                <a:srgbClr val="5A6771"/>
              </a:solidFill>
            </a:ln>
          </p:spPr>
          <p:txBody>
            <a:bodyPr wrap="square" lIns="0" tIns="0" rIns="0" bIns="0" rtlCol="0"/>
            <a:lstStyle/>
            <a:p>
              <a:endParaRPr/>
            </a:p>
          </p:txBody>
        </p:sp>
        <p:pic>
          <p:nvPicPr>
            <p:cNvPr id="264" name="object 264"/>
            <p:cNvPicPr/>
            <p:nvPr/>
          </p:nvPicPr>
          <p:blipFill>
            <a:blip r:embed="rId51" cstate="print"/>
            <a:stretch>
              <a:fillRect/>
            </a:stretch>
          </p:blipFill>
          <p:spPr>
            <a:xfrm>
              <a:off x="8220745" y="6408646"/>
              <a:ext cx="260286" cy="100393"/>
            </a:xfrm>
            <a:prstGeom prst="rect">
              <a:avLst/>
            </a:prstGeom>
          </p:spPr>
        </p:pic>
      </p:grpSp>
      <p:grpSp>
        <p:nvGrpSpPr>
          <p:cNvPr id="265" name="object 265"/>
          <p:cNvGrpSpPr/>
          <p:nvPr/>
        </p:nvGrpSpPr>
        <p:grpSpPr>
          <a:xfrm>
            <a:off x="9852958" y="5722523"/>
            <a:ext cx="1163320" cy="1235710"/>
            <a:chOff x="9852958" y="5722523"/>
            <a:chExt cx="1163320" cy="1235710"/>
          </a:xfrm>
        </p:grpSpPr>
        <p:sp>
          <p:nvSpPr>
            <p:cNvPr id="266" name="object 266"/>
            <p:cNvSpPr/>
            <p:nvPr/>
          </p:nvSpPr>
          <p:spPr>
            <a:xfrm>
              <a:off x="9852958" y="5722523"/>
              <a:ext cx="1163320" cy="1163320"/>
            </a:xfrm>
            <a:custGeom>
              <a:avLst/>
              <a:gdLst/>
              <a:ahLst/>
              <a:cxnLst/>
              <a:rect l="l" t="t" r="r" b="b"/>
              <a:pathLst>
                <a:path w="1163320" h="1163320">
                  <a:moveTo>
                    <a:pt x="581367" y="0"/>
                  </a:moveTo>
                  <a:lnTo>
                    <a:pt x="533686" y="1927"/>
                  </a:lnTo>
                  <a:lnTo>
                    <a:pt x="487066" y="7609"/>
                  </a:lnTo>
                  <a:lnTo>
                    <a:pt x="441658" y="16896"/>
                  </a:lnTo>
                  <a:lnTo>
                    <a:pt x="397610" y="29639"/>
                  </a:lnTo>
                  <a:lnTo>
                    <a:pt x="355072" y="45688"/>
                  </a:lnTo>
                  <a:lnTo>
                    <a:pt x="314195" y="64893"/>
                  </a:lnTo>
                  <a:lnTo>
                    <a:pt x="275127" y="87105"/>
                  </a:lnTo>
                  <a:lnTo>
                    <a:pt x="238019" y="112174"/>
                  </a:lnTo>
                  <a:lnTo>
                    <a:pt x="203019" y="139950"/>
                  </a:lnTo>
                  <a:lnTo>
                    <a:pt x="170278" y="170284"/>
                  </a:lnTo>
                  <a:lnTo>
                    <a:pt x="139945" y="203026"/>
                  </a:lnTo>
                  <a:lnTo>
                    <a:pt x="112170" y="238027"/>
                  </a:lnTo>
                  <a:lnTo>
                    <a:pt x="87102" y="275136"/>
                  </a:lnTo>
                  <a:lnTo>
                    <a:pt x="64891" y="314205"/>
                  </a:lnTo>
                  <a:lnTo>
                    <a:pt x="45686" y="355083"/>
                  </a:lnTo>
                  <a:lnTo>
                    <a:pt x="29638" y="397621"/>
                  </a:lnTo>
                  <a:lnTo>
                    <a:pt x="16896" y="441670"/>
                  </a:lnTo>
                  <a:lnTo>
                    <a:pt x="7609" y="487079"/>
                  </a:lnTo>
                  <a:lnTo>
                    <a:pt x="1927" y="533699"/>
                  </a:lnTo>
                  <a:lnTo>
                    <a:pt x="0" y="581380"/>
                  </a:lnTo>
                  <a:lnTo>
                    <a:pt x="1927" y="629062"/>
                  </a:lnTo>
                  <a:lnTo>
                    <a:pt x="7609" y="675682"/>
                  </a:lnTo>
                  <a:lnTo>
                    <a:pt x="16896" y="721091"/>
                  </a:lnTo>
                  <a:lnTo>
                    <a:pt x="29638" y="765139"/>
                  </a:lnTo>
                  <a:lnTo>
                    <a:pt x="45686" y="807677"/>
                  </a:lnTo>
                  <a:lnTo>
                    <a:pt x="64891" y="848555"/>
                  </a:lnTo>
                  <a:lnTo>
                    <a:pt x="87102" y="887624"/>
                  </a:lnTo>
                  <a:lnTo>
                    <a:pt x="112170" y="924733"/>
                  </a:lnTo>
                  <a:lnTo>
                    <a:pt x="139945" y="959734"/>
                  </a:lnTo>
                  <a:lnTo>
                    <a:pt x="170278" y="992476"/>
                  </a:lnTo>
                  <a:lnTo>
                    <a:pt x="203019" y="1022810"/>
                  </a:lnTo>
                  <a:lnTo>
                    <a:pt x="238019" y="1050586"/>
                  </a:lnTo>
                  <a:lnTo>
                    <a:pt x="275127" y="1075655"/>
                  </a:lnTo>
                  <a:lnTo>
                    <a:pt x="314195" y="1097867"/>
                  </a:lnTo>
                  <a:lnTo>
                    <a:pt x="355072" y="1117072"/>
                  </a:lnTo>
                  <a:lnTo>
                    <a:pt x="397610" y="1133121"/>
                  </a:lnTo>
                  <a:lnTo>
                    <a:pt x="441658" y="1145864"/>
                  </a:lnTo>
                  <a:lnTo>
                    <a:pt x="487066" y="1155151"/>
                  </a:lnTo>
                  <a:lnTo>
                    <a:pt x="533686" y="1160833"/>
                  </a:lnTo>
                  <a:lnTo>
                    <a:pt x="581367" y="1162761"/>
                  </a:lnTo>
                  <a:lnTo>
                    <a:pt x="629051" y="1160833"/>
                  </a:lnTo>
                  <a:lnTo>
                    <a:pt x="675672" y="1155151"/>
                  </a:lnTo>
                  <a:lnTo>
                    <a:pt x="721082" y="1145864"/>
                  </a:lnTo>
                  <a:lnTo>
                    <a:pt x="765131" y="1133121"/>
                  </a:lnTo>
                  <a:lnTo>
                    <a:pt x="807670" y="1117072"/>
                  </a:lnTo>
                  <a:lnTo>
                    <a:pt x="848548" y="1097867"/>
                  </a:lnTo>
                  <a:lnTo>
                    <a:pt x="887617" y="1075655"/>
                  </a:lnTo>
                  <a:lnTo>
                    <a:pt x="924726" y="1050586"/>
                  </a:lnTo>
                  <a:lnTo>
                    <a:pt x="959726" y="1022810"/>
                  </a:lnTo>
                  <a:lnTo>
                    <a:pt x="992468" y="992476"/>
                  </a:lnTo>
                  <a:lnTo>
                    <a:pt x="1022801" y="959734"/>
                  </a:lnTo>
                  <a:lnTo>
                    <a:pt x="1050577" y="924733"/>
                  </a:lnTo>
                  <a:lnTo>
                    <a:pt x="1075645" y="887624"/>
                  </a:lnTo>
                  <a:lnTo>
                    <a:pt x="1097857" y="848555"/>
                  </a:lnTo>
                  <a:lnTo>
                    <a:pt x="1117061" y="807677"/>
                  </a:lnTo>
                  <a:lnTo>
                    <a:pt x="1133109" y="765139"/>
                  </a:lnTo>
                  <a:lnTo>
                    <a:pt x="1145852" y="721091"/>
                  </a:lnTo>
                  <a:lnTo>
                    <a:pt x="1155139" y="675682"/>
                  </a:lnTo>
                  <a:lnTo>
                    <a:pt x="1160821" y="629062"/>
                  </a:lnTo>
                  <a:lnTo>
                    <a:pt x="1162748" y="581380"/>
                  </a:lnTo>
                  <a:lnTo>
                    <a:pt x="1160821" y="533699"/>
                  </a:lnTo>
                  <a:lnTo>
                    <a:pt x="1155139" y="487079"/>
                  </a:lnTo>
                  <a:lnTo>
                    <a:pt x="1145852" y="441670"/>
                  </a:lnTo>
                  <a:lnTo>
                    <a:pt x="1133109" y="397621"/>
                  </a:lnTo>
                  <a:lnTo>
                    <a:pt x="1117061" y="355083"/>
                  </a:lnTo>
                  <a:lnTo>
                    <a:pt x="1097857" y="314205"/>
                  </a:lnTo>
                  <a:lnTo>
                    <a:pt x="1075645" y="275136"/>
                  </a:lnTo>
                  <a:lnTo>
                    <a:pt x="1050577" y="238027"/>
                  </a:lnTo>
                  <a:lnTo>
                    <a:pt x="1022801" y="203026"/>
                  </a:lnTo>
                  <a:lnTo>
                    <a:pt x="992468" y="170284"/>
                  </a:lnTo>
                  <a:lnTo>
                    <a:pt x="959726" y="139950"/>
                  </a:lnTo>
                  <a:lnTo>
                    <a:pt x="924726" y="112174"/>
                  </a:lnTo>
                  <a:lnTo>
                    <a:pt x="887617" y="87105"/>
                  </a:lnTo>
                  <a:lnTo>
                    <a:pt x="848548" y="64893"/>
                  </a:lnTo>
                  <a:lnTo>
                    <a:pt x="807670" y="45688"/>
                  </a:lnTo>
                  <a:lnTo>
                    <a:pt x="765131" y="29639"/>
                  </a:lnTo>
                  <a:lnTo>
                    <a:pt x="721082" y="16896"/>
                  </a:lnTo>
                  <a:lnTo>
                    <a:pt x="675672" y="7609"/>
                  </a:lnTo>
                  <a:lnTo>
                    <a:pt x="629051" y="1927"/>
                  </a:lnTo>
                  <a:lnTo>
                    <a:pt x="581367" y="0"/>
                  </a:lnTo>
                  <a:close/>
                </a:path>
              </a:pathLst>
            </a:custGeom>
            <a:solidFill>
              <a:srgbClr val="F5F5EF"/>
            </a:solidFill>
          </p:spPr>
          <p:txBody>
            <a:bodyPr wrap="square" lIns="0" tIns="0" rIns="0" bIns="0" rtlCol="0"/>
            <a:lstStyle/>
            <a:p>
              <a:endParaRPr/>
            </a:p>
          </p:txBody>
        </p:sp>
        <p:sp>
          <p:nvSpPr>
            <p:cNvPr id="267" name="object 267"/>
            <p:cNvSpPr/>
            <p:nvPr/>
          </p:nvSpPr>
          <p:spPr>
            <a:xfrm>
              <a:off x="10056931" y="5892360"/>
              <a:ext cx="751840" cy="1058545"/>
            </a:xfrm>
            <a:custGeom>
              <a:avLst/>
              <a:gdLst/>
              <a:ahLst/>
              <a:cxnLst/>
              <a:rect l="l" t="t" r="r" b="b"/>
              <a:pathLst>
                <a:path w="751840" h="1058545">
                  <a:moveTo>
                    <a:pt x="375640" y="0"/>
                  </a:moveTo>
                  <a:lnTo>
                    <a:pt x="331895" y="2825"/>
                  </a:lnTo>
                  <a:lnTo>
                    <a:pt x="289615" y="11090"/>
                  </a:lnTo>
                  <a:lnTo>
                    <a:pt x="249085" y="24478"/>
                  </a:lnTo>
                  <a:lnTo>
                    <a:pt x="210590" y="42671"/>
                  </a:lnTo>
                  <a:lnTo>
                    <a:pt x="174413" y="65353"/>
                  </a:lnTo>
                  <a:lnTo>
                    <a:pt x="140837" y="92207"/>
                  </a:lnTo>
                  <a:lnTo>
                    <a:pt x="110148" y="122915"/>
                  </a:lnTo>
                  <a:lnTo>
                    <a:pt x="82629" y="157161"/>
                  </a:lnTo>
                  <a:lnTo>
                    <a:pt x="58565" y="194627"/>
                  </a:lnTo>
                  <a:lnTo>
                    <a:pt x="38239" y="234998"/>
                  </a:lnTo>
                  <a:lnTo>
                    <a:pt x="21935" y="277955"/>
                  </a:lnTo>
                  <a:lnTo>
                    <a:pt x="9938" y="323181"/>
                  </a:lnTo>
                  <a:lnTo>
                    <a:pt x="2531" y="370361"/>
                  </a:lnTo>
                  <a:lnTo>
                    <a:pt x="0" y="419176"/>
                  </a:lnTo>
                  <a:lnTo>
                    <a:pt x="2981" y="472466"/>
                  </a:lnTo>
                  <a:lnTo>
                    <a:pt x="11810" y="524204"/>
                  </a:lnTo>
                  <a:lnTo>
                    <a:pt x="26309" y="573925"/>
                  </a:lnTo>
                  <a:lnTo>
                    <a:pt x="46305" y="621166"/>
                  </a:lnTo>
                  <a:lnTo>
                    <a:pt x="71621" y="665462"/>
                  </a:lnTo>
                  <a:lnTo>
                    <a:pt x="102082" y="706348"/>
                  </a:lnTo>
                  <a:lnTo>
                    <a:pt x="75152" y="729460"/>
                  </a:lnTo>
                  <a:lnTo>
                    <a:pt x="54751" y="758782"/>
                  </a:lnTo>
                  <a:lnTo>
                    <a:pt x="41819" y="792754"/>
                  </a:lnTo>
                  <a:lnTo>
                    <a:pt x="37299" y="829818"/>
                  </a:lnTo>
                  <a:lnTo>
                    <a:pt x="39055" y="852934"/>
                  </a:lnTo>
                  <a:lnTo>
                    <a:pt x="44211" y="875303"/>
                  </a:lnTo>
                  <a:lnTo>
                    <a:pt x="52601" y="896490"/>
                  </a:lnTo>
                  <a:lnTo>
                    <a:pt x="64058" y="916063"/>
                  </a:lnTo>
                  <a:lnTo>
                    <a:pt x="52929" y="946799"/>
                  </a:lnTo>
                  <a:lnTo>
                    <a:pt x="44764" y="978666"/>
                  </a:lnTo>
                  <a:lnTo>
                    <a:pt x="39737" y="1011484"/>
                  </a:lnTo>
                  <a:lnTo>
                    <a:pt x="38023" y="1045070"/>
                  </a:lnTo>
                  <a:lnTo>
                    <a:pt x="38023" y="1052385"/>
                  </a:lnTo>
                  <a:lnTo>
                    <a:pt x="43942" y="1058316"/>
                  </a:lnTo>
                  <a:lnTo>
                    <a:pt x="707326" y="1058316"/>
                  </a:lnTo>
                  <a:lnTo>
                    <a:pt x="713257" y="1052385"/>
                  </a:lnTo>
                  <a:lnTo>
                    <a:pt x="713257" y="1045070"/>
                  </a:lnTo>
                  <a:lnTo>
                    <a:pt x="708924" y="991524"/>
                  </a:lnTo>
                  <a:lnTo>
                    <a:pt x="696339" y="940245"/>
                  </a:lnTo>
                  <a:lnTo>
                    <a:pt x="676117" y="892030"/>
                  </a:lnTo>
                  <a:lnTo>
                    <a:pt x="648878" y="847677"/>
                  </a:lnTo>
                  <a:lnTo>
                    <a:pt x="615239" y="807983"/>
                  </a:lnTo>
                  <a:lnTo>
                    <a:pt x="575818" y="773747"/>
                  </a:lnTo>
                  <a:lnTo>
                    <a:pt x="614548" y="742456"/>
                  </a:lnTo>
                  <a:lnTo>
                    <a:pt x="649066" y="706338"/>
                  </a:lnTo>
                  <a:lnTo>
                    <a:pt x="679080" y="665946"/>
                  </a:lnTo>
                  <a:lnTo>
                    <a:pt x="704294" y="621831"/>
                  </a:lnTo>
                  <a:lnTo>
                    <a:pt x="724416" y="574545"/>
                  </a:lnTo>
                  <a:lnTo>
                    <a:pt x="739152" y="524639"/>
                  </a:lnTo>
                  <a:lnTo>
                    <a:pt x="748209" y="472665"/>
                  </a:lnTo>
                  <a:lnTo>
                    <a:pt x="751293" y="419176"/>
                  </a:lnTo>
                  <a:lnTo>
                    <a:pt x="748761" y="370361"/>
                  </a:lnTo>
                  <a:lnTo>
                    <a:pt x="741354" y="323181"/>
                  </a:lnTo>
                  <a:lnTo>
                    <a:pt x="729356" y="277955"/>
                  </a:lnTo>
                  <a:lnTo>
                    <a:pt x="713052" y="234998"/>
                  </a:lnTo>
                  <a:lnTo>
                    <a:pt x="692724" y="194627"/>
                  </a:lnTo>
                  <a:lnTo>
                    <a:pt x="668658" y="157161"/>
                  </a:lnTo>
                  <a:lnTo>
                    <a:pt x="641138" y="122915"/>
                  </a:lnTo>
                  <a:lnTo>
                    <a:pt x="610448" y="92207"/>
                  </a:lnTo>
                  <a:lnTo>
                    <a:pt x="576871" y="65353"/>
                  </a:lnTo>
                  <a:lnTo>
                    <a:pt x="540693" y="42671"/>
                  </a:lnTo>
                  <a:lnTo>
                    <a:pt x="502196" y="24478"/>
                  </a:lnTo>
                  <a:lnTo>
                    <a:pt x="461666" y="11090"/>
                  </a:lnTo>
                  <a:lnTo>
                    <a:pt x="419386" y="2825"/>
                  </a:lnTo>
                  <a:lnTo>
                    <a:pt x="375640" y="0"/>
                  </a:lnTo>
                  <a:close/>
                </a:path>
              </a:pathLst>
            </a:custGeom>
            <a:solidFill>
              <a:srgbClr val="FFFFFF"/>
            </a:solidFill>
          </p:spPr>
          <p:txBody>
            <a:bodyPr wrap="square" lIns="0" tIns="0" rIns="0" bIns="0" rtlCol="0"/>
            <a:lstStyle/>
            <a:p>
              <a:endParaRPr/>
            </a:p>
          </p:txBody>
        </p:sp>
        <p:sp>
          <p:nvSpPr>
            <p:cNvPr id="268" name="object 268"/>
            <p:cNvSpPr/>
            <p:nvPr/>
          </p:nvSpPr>
          <p:spPr>
            <a:xfrm>
              <a:off x="10099969" y="6624508"/>
              <a:ext cx="665480" cy="320040"/>
            </a:xfrm>
            <a:custGeom>
              <a:avLst/>
              <a:gdLst/>
              <a:ahLst/>
              <a:cxnLst/>
              <a:rect l="l" t="t" r="r" b="b"/>
              <a:pathLst>
                <a:path w="665479" h="320040">
                  <a:moveTo>
                    <a:pt x="424446" y="0"/>
                  </a:moveTo>
                  <a:lnTo>
                    <a:pt x="240766" y="0"/>
                  </a:lnTo>
                  <a:lnTo>
                    <a:pt x="195900" y="16463"/>
                  </a:lnTo>
                  <a:lnTo>
                    <a:pt x="154323" y="38923"/>
                  </a:lnTo>
                  <a:lnTo>
                    <a:pt x="116567" y="66852"/>
                  </a:lnTo>
                  <a:lnTo>
                    <a:pt x="83162" y="99721"/>
                  </a:lnTo>
                  <a:lnTo>
                    <a:pt x="54640" y="137001"/>
                  </a:lnTo>
                  <a:lnTo>
                    <a:pt x="31531" y="178164"/>
                  </a:lnTo>
                  <a:lnTo>
                    <a:pt x="14368" y="222680"/>
                  </a:lnTo>
                  <a:lnTo>
                    <a:pt x="3680" y="270021"/>
                  </a:lnTo>
                  <a:lnTo>
                    <a:pt x="0" y="319659"/>
                  </a:lnTo>
                  <a:lnTo>
                    <a:pt x="665200" y="319659"/>
                  </a:lnTo>
                  <a:lnTo>
                    <a:pt x="661520" y="270021"/>
                  </a:lnTo>
                  <a:lnTo>
                    <a:pt x="650834" y="222680"/>
                  </a:lnTo>
                  <a:lnTo>
                    <a:pt x="633672" y="178164"/>
                  </a:lnTo>
                  <a:lnTo>
                    <a:pt x="610565" y="137001"/>
                  </a:lnTo>
                  <a:lnTo>
                    <a:pt x="582045" y="99721"/>
                  </a:lnTo>
                  <a:lnTo>
                    <a:pt x="548642" y="66852"/>
                  </a:lnTo>
                  <a:lnTo>
                    <a:pt x="510888" y="38923"/>
                  </a:lnTo>
                  <a:lnTo>
                    <a:pt x="469312" y="16463"/>
                  </a:lnTo>
                  <a:lnTo>
                    <a:pt x="424446" y="0"/>
                  </a:lnTo>
                  <a:close/>
                </a:path>
              </a:pathLst>
            </a:custGeom>
            <a:solidFill>
              <a:srgbClr val="FFFFFF"/>
            </a:solidFill>
          </p:spPr>
          <p:txBody>
            <a:bodyPr wrap="square" lIns="0" tIns="0" rIns="0" bIns="0" rtlCol="0"/>
            <a:lstStyle/>
            <a:p>
              <a:endParaRPr/>
            </a:p>
          </p:txBody>
        </p:sp>
        <p:sp>
          <p:nvSpPr>
            <p:cNvPr id="269" name="object 269"/>
            <p:cNvSpPr/>
            <p:nvPr/>
          </p:nvSpPr>
          <p:spPr>
            <a:xfrm>
              <a:off x="10099969" y="6624508"/>
              <a:ext cx="665480" cy="320040"/>
            </a:xfrm>
            <a:custGeom>
              <a:avLst/>
              <a:gdLst/>
              <a:ahLst/>
              <a:cxnLst/>
              <a:rect l="l" t="t" r="r" b="b"/>
              <a:pathLst>
                <a:path w="665479" h="320040">
                  <a:moveTo>
                    <a:pt x="240766" y="0"/>
                  </a:moveTo>
                  <a:lnTo>
                    <a:pt x="195900" y="16463"/>
                  </a:lnTo>
                  <a:lnTo>
                    <a:pt x="154323" y="38923"/>
                  </a:lnTo>
                  <a:lnTo>
                    <a:pt x="116567" y="66852"/>
                  </a:lnTo>
                  <a:lnTo>
                    <a:pt x="83162" y="99721"/>
                  </a:lnTo>
                  <a:lnTo>
                    <a:pt x="54640" y="137001"/>
                  </a:lnTo>
                  <a:lnTo>
                    <a:pt x="31531" y="178164"/>
                  </a:lnTo>
                  <a:lnTo>
                    <a:pt x="14368" y="222680"/>
                  </a:lnTo>
                  <a:lnTo>
                    <a:pt x="3680" y="270021"/>
                  </a:lnTo>
                  <a:lnTo>
                    <a:pt x="0" y="319659"/>
                  </a:lnTo>
                  <a:lnTo>
                    <a:pt x="240766" y="319659"/>
                  </a:lnTo>
                  <a:lnTo>
                    <a:pt x="431203" y="319659"/>
                  </a:lnTo>
                  <a:lnTo>
                    <a:pt x="665200" y="319659"/>
                  </a:lnTo>
                  <a:lnTo>
                    <a:pt x="661520" y="270021"/>
                  </a:lnTo>
                  <a:lnTo>
                    <a:pt x="650834" y="222680"/>
                  </a:lnTo>
                  <a:lnTo>
                    <a:pt x="633672" y="178164"/>
                  </a:lnTo>
                  <a:lnTo>
                    <a:pt x="610565" y="137001"/>
                  </a:lnTo>
                  <a:lnTo>
                    <a:pt x="582045" y="99721"/>
                  </a:lnTo>
                  <a:lnTo>
                    <a:pt x="548642" y="66852"/>
                  </a:lnTo>
                  <a:lnTo>
                    <a:pt x="510888" y="38923"/>
                  </a:lnTo>
                  <a:lnTo>
                    <a:pt x="469312" y="16463"/>
                  </a:lnTo>
                  <a:lnTo>
                    <a:pt x="424446" y="0"/>
                  </a:lnTo>
                </a:path>
              </a:pathLst>
            </a:custGeom>
            <a:ln w="27152">
              <a:solidFill>
                <a:srgbClr val="5A6771"/>
              </a:solidFill>
            </a:ln>
          </p:spPr>
          <p:txBody>
            <a:bodyPr wrap="square" lIns="0" tIns="0" rIns="0" bIns="0" rtlCol="0"/>
            <a:lstStyle/>
            <a:p>
              <a:endParaRPr/>
            </a:p>
          </p:txBody>
        </p:sp>
        <p:pic>
          <p:nvPicPr>
            <p:cNvPr id="270" name="object 270"/>
            <p:cNvPicPr/>
            <p:nvPr/>
          </p:nvPicPr>
          <p:blipFill>
            <a:blip r:embed="rId52" cstate="print"/>
            <a:stretch>
              <a:fillRect/>
            </a:stretch>
          </p:blipFill>
          <p:spPr>
            <a:xfrm>
              <a:off x="10277785" y="6602619"/>
              <a:ext cx="309575" cy="214445"/>
            </a:xfrm>
            <a:prstGeom prst="rect">
              <a:avLst/>
            </a:prstGeom>
          </p:spPr>
        </p:pic>
        <p:pic>
          <p:nvPicPr>
            <p:cNvPr id="271" name="object 271"/>
            <p:cNvPicPr/>
            <p:nvPr/>
          </p:nvPicPr>
          <p:blipFill>
            <a:blip r:embed="rId53" cstate="print"/>
            <a:stretch>
              <a:fillRect/>
            </a:stretch>
          </p:blipFill>
          <p:spPr>
            <a:xfrm>
              <a:off x="10665669" y="6235198"/>
              <a:ext cx="104559" cy="151358"/>
            </a:xfrm>
            <a:prstGeom prst="rect">
              <a:avLst/>
            </a:prstGeom>
          </p:spPr>
        </p:pic>
        <p:pic>
          <p:nvPicPr>
            <p:cNvPr id="272" name="object 272"/>
            <p:cNvPicPr/>
            <p:nvPr/>
          </p:nvPicPr>
          <p:blipFill>
            <a:blip r:embed="rId54" cstate="print"/>
            <a:stretch>
              <a:fillRect/>
            </a:stretch>
          </p:blipFill>
          <p:spPr>
            <a:xfrm>
              <a:off x="10094918" y="6235198"/>
              <a:ext cx="104559" cy="151358"/>
            </a:xfrm>
            <a:prstGeom prst="rect">
              <a:avLst/>
            </a:prstGeom>
          </p:spPr>
        </p:pic>
        <p:sp>
          <p:nvSpPr>
            <p:cNvPr id="273" name="object 273"/>
            <p:cNvSpPr/>
            <p:nvPr/>
          </p:nvSpPr>
          <p:spPr>
            <a:xfrm>
              <a:off x="10290657" y="6268681"/>
              <a:ext cx="283845" cy="52705"/>
            </a:xfrm>
            <a:custGeom>
              <a:avLst/>
              <a:gdLst/>
              <a:ahLst/>
              <a:cxnLst/>
              <a:rect l="l" t="t" r="r" b="b"/>
              <a:pathLst>
                <a:path w="283845" h="52704">
                  <a:moveTo>
                    <a:pt x="52247" y="26123"/>
                  </a:moveTo>
                  <a:lnTo>
                    <a:pt x="50190" y="15951"/>
                  </a:lnTo>
                  <a:lnTo>
                    <a:pt x="44602" y="7645"/>
                  </a:lnTo>
                  <a:lnTo>
                    <a:pt x="36296" y="2044"/>
                  </a:lnTo>
                  <a:lnTo>
                    <a:pt x="26123" y="0"/>
                  </a:lnTo>
                  <a:lnTo>
                    <a:pt x="15951" y="2044"/>
                  </a:lnTo>
                  <a:lnTo>
                    <a:pt x="7658" y="7645"/>
                  </a:lnTo>
                  <a:lnTo>
                    <a:pt x="2057" y="15951"/>
                  </a:lnTo>
                  <a:lnTo>
                    <a:pt x="0" y="26123"/>
                  </a:lnTo>
                  <a:lnTo>
                    <a:pt x="2057" y="36283"/>
                  </a:lnTo>
                  <a:lnTo>
                    <a:pt x="7658" y="44589"/>
                  </a:lnTo>
                  <a:lnTo>
                    <a:pt x="15951" y="50190"/>
                  </a:lnTo>
                  <a:lnTo>
                    <a:pt x="26123" y="52247"/>
                  </a:lnTo>
                  <a:lnTo>
                    <a:pt x="36296" y="50190"/>
                  </a:lnTo>
                  <a:lnTo>
                    <a:pt x="44602" y="44589"/>
                  </a:lnTo>
                  <a:lnTo>
                    <a:pt x="50190" y="36283"/>
                  </a:lnTo>
                  <a:lnTo>
                    <a:pt x="52247" y="26123"/>
                  </a:lnTo>
                  <a:close/>
                </a:path>
                <a:path w="283845" h="52704">
                  <a:moveTo>
                    <a:pt x="283819" y="26123"/>
                  </a:moveTo>
                  <a:lnTo>
                    <a:pt x="281762" y="15951"/>
                  </a:lnTo>
                  <a:lnTo>
                    <a:pt x="276174" y="7645"/>
                  </a:lnTo>
                  <a:lnTo>
                    <a:pt x="267868" y="2044"/>
                  </a:lnTo>
                  <a:lnTo>
                    <a:pt x="257695" y="0"/>
                  </a:lnTo>
                  <a:lnTo>
                    <a:pt x="247523" y="2044"/>
                  </a:lnTo>
                  <a:lnTo>
                    <a:pt x="239229" y="7645"/>
                  </a:lnTo>
                  <a:lnTo>
                    <a:pt x="233629" y="15951"/>
                  </a:lnTo>
                  <a:lnTo>
                    <a:pt x="231571" y="26123"/>
                  </a:lnTo>
                  <a:lnTo>
                    <a:pt x="233629" y="36283"/>
                  </a:lnTo>
                  <a:lnTo>
                    <a:pt x="239229" y="44589"/>
                  </a:lnTo>
                  <a:lnTo>
                    <a:pt x="247523" y="50190"/>
                  </a:lnTo>
                  <a:lnTo>
                    <a:pt x="257695" y="52247"/>
                  </a:lnTo>
                  <a:lnTo>
                    <a:pt x="267868" y="50190"/>
                  </a:lnTo>
                  <a:lnTo>
                    <a:pt x="276174" y="44589"/>
                  </a:lnTo>
                  <a:lnTo>
                    <a:pt x="281762" y="36283"/>
                  </a:lnTo>
                  <a:lnTo>
                    <a:pt x="283819" y="26123"/>
                  </a:lnTo>
                  <a:close/>
                </a:path>
              </a:pathLst>
            </a:custGeom>
            <a:solidFill>
              <a:srgbClr val="5A6771"/>
            </a:solidFill>
          </p:spPr>
          <p:txBody>
            <a:bodyPr wrap="square" lIns="0" tIns="0" rIns="0" bIns="0" rtlCol="0"/>
            <a:lstStyle/>
            <a:p>
              <a:endParaRPr/>
            </a:p>
          </p:txBody>
        </p:sp>
        <p:pic>
          <p:nvPicPr>
            <p:cNvPr id="274" name="object 274"/>
            <p:cNvPicPr/>
            <p:nvPr/>
          </p:nvPicPr>
          <p:blipFill>
            <a:blip r:embed="rId55" cstate="print"/>
            <a:stretch>
              <a:fillRect/>
            </a:stretch>
          </p:blipFill>
          <p:spPr>
            <a:xfrm>
              <a:off x="10390977" y="6277535"/>
              <a:ext cx="83197" cy="126276"/>
            </a:xfrm>
            <a:prstGeom prst="rect">
              <a:avLst/>
            </a:prstGeom>
          </p:spPr>
        </p:pic>
        <p:pic>
          <p:nvPicPr>
            <p:cNvPr id="275" name="object 275"/>
            <p:cNvPicPr/>
            <p:nvPr/>
          </p:nvPicPr>
          <p:blipFill>
            <a:blip r:embed="rId56" cstate="print"/>
            <a:stretch>
              <a:fillRect/>
            </a:stretch>
          </p:blipFill>
          <p:spPr>
            <a:xfrm>
              <a:off x="10360678" y="6437171"/>
              <a:ext cx="143789" cy="108953"/>
            </a:xfrm>
            <a:prstGeom prst="rect">
              <a:avLst/>
            </a:prstGeom>
          </p:spPr>
        </p:pic>
        <p:sp>
          <p:nvSpPr>
            <p:cNvPr id="276" name="object 276"/>
            <p:cNvSpPr/>
            <p:nvPr/>
          </p:nvSpPr>
          <p:spPr>
            <a:xfrm>
              <a:off x="10273311" y="6204114"/>
              <a:ext cx="86995" cy="23495"/>
            </a:xfrm>
            <a:custGeom>
              <a:avLst/>
              <a:gdLst/>
              <a:ahLst/>
              <a:cxnLst/>
              <a:rect l="l" t="t" r="r" b="b"/>
              <a:pathLst>
                <a:path w="86995" h="23495">
                  <a:moveTo>
                    <a:pt x="86956" y="22950"/>
                  </a:moveTo>
                  <a:lnTo>
                    <a:pt x="60080" y="5937"/>
                  </a:lnTo>
                  <a:lnTo>
                    <a:pt x="42063" y="0"/>
                  </a:lnTo>
                  <a:lnTo>
                    <a:pt x="24754" y="4900"/>
                  </a:lnTo>
                  <a:lnTo>
                    <a:pt x="0" y="20397"/>
                  </a:lnTo>
                </a:path>
              </a:pathLst>
            </a:custGeom>
            <a:ln w="27152">
              <a:solidFill>
                <a:srgbClr val="5A6771"/>
              </a:solidFill>
            </a:ln>
          </p:spPr>
          <p:txBody>
            <a:bodyPr wrap="square" lIns="0" tIns="0" rIns="0" bIns="0" rtlCol="0"/>
            <a:lstStyle/>
            <a:p>
              <a:endParaRPr/>
            </a:p>
          </p:txBody>
        </p:sp>
        <p:sp>
          <p:nvSpPr>
            <p:cNvPr id="277" name="object 277"/>
            <p:cNvSpPr/>
            <p:nvPr/>
          </p:nvSpPr>
          <p:spPr>
            <a:xfrm>
              <a:off x="10504879" y="6204114"/>
              <a:ext cx="86995" cy="23495"/>
            </a:xfrm>
            <a:custGeom>
              <a:avLst/>
              <a:gdLst/>
              <a:ahLst/>
              <a:cxnLst/>
              <a:rect l="l" t="t" r="r" b="b"/>
              <a:pathLst>
                <a:path w="86995" h="23495">
                  <a:moveTo>
                    <a:pt x="0" y="22950"/>
                  </a:moveTo>
                  <a:lnTo>
                    <a:pt x="26876" y="5937"/>
                  </a:lnTo>
                  <a:lnTo>
                    <a:pt x="44892" y="0"/>
                  </a:lnTo>
                  <a:lnTo>
                    <a:pt x="62202" y="4900"/>
                  </a:lnTo>
                  <a:lnTo>
                    <a:pt x="86956" y="20397"/>
                  </a:lnTo>
                </a:path>
              </a:pathLst>
            </a:custGeom>
            <a:ln w="27152">
              <a:solidFill>
                <a:srgbClr val="5A6771"/>
              </a:solidFill>
            </a:ln>
          </p:spPr>
          <p:txBody>
            <a:bodyPr wrap="square" lIns="0" tIns="0" rIns="0" bIns="0" rtlCol="0"/>
            <a:lstStyle/>
            <a:p>
              <a:endParaRPr/>
            </a:p>
          </p:txBody>
        </p:sp>
        <p:sp>
          <p:nvSpPr>
            <p:cNvPr id="278" name="object 278"/>
            <p:cNvSpPr/>
            <p:nvPr/>
          </p:nvSpPr>
          <p:spPr>
            <a:xfrm>
              <a:off x="10185907" y="6004392"/>
              <a:ext cx="493395" cy="620395"/>
            </a:xfrm>
            <a:custGeom>
              <a:avLst/>
              <a:gdLst/>
              <a:ahLst/>
              <a:cxnLst/>
              <a:rect l="l" t="t" r="r" b="b"/>
              <a:pathLst>
                <a:path w="493395" h="620395">
                  <a:moveTo>
                    <a:pt x="381457" y="0"/>
                  </a:moveTo>
                  <a:lnTo>
                    <a:pt x="358476" y="39325"/>
                  </a:lnTo>
                  <a:lnTo>
                    <a:pt x="327792" y="73078"/>
                  </a:lnTo>
                  <a:lnTo>
                    <a:pt x="290744" y="100553"/>
                  </a:lnTo>
                  <a:lnTo>
                    <a:pt x="248673" y="121049"/>
                  </a:lnTo>
                  <a:lnTo>
                    <a:pt x="202920" y="133862"/>
                  </a:lnTo>
                  <a:lnTo>
                    <a:pt x="154825" y="138290"/>
                  </a:lnTo>
                  <a:lnTo>
                    <a:pt x="118047" y="135485"/>
                  </a:lnTo>
                  <a:lnTo>
                    <a:pt x="83027" y="127349"/>
                  </a:lnTo>
                  <a:lnTo>
                    <a:pt x="50182" y="114298"/>
                  </a:lnTo>
                  <a:lnTo>
                    <a:pt x="19926" y="96748"/>
                  </a:lnTo>
                  <a:lnTo>
                    <a:pt x="17741" y="101511"/>
                  </a:lnTo>
                  <a:lnTo>
                    <a:pt x="10158" y="121467"/>
                  </a:lnTo>
                  <a:lnTo>
                    <a:pt x="4594" y="142336"/>
                  </a:lnTo>
                  <a:lnTo>
                    <a:pt x="1168" y="163999"/>
                  </a:lnTo>
                  <a:lnTo>
                    <a:pt x="0" y="186334"/>
                  </a:lnTo>
                  <a:lnTo>
                    <a:pt x="0" y="405917"/>
                  </a:lnTo>
                  <a:lnTo>
                    <a:pt x="5660" y="455058"/>
                  </a:lnTo>
                  <a:lnTo>
                    <a:pt x="21782" y="500167"/>
                  </a:lnTo>
                  <a:lnTo>
                    <a:pt x="47081" y="539959"/>
                  </a:lnTo>
                  <a:lnTo>
                    <a:pt x="80269" y="573148"/>
                  </a:lnTo>
                  <a:lnTo>
                    <a:pt x="120062" y="598447"/>
                  </a:lnTo>
                  <a:lnTo>
                    <a:pt x="165171" y="614569"/>
                  </a:lnTo>
                  <a:lnTo>
                    <a:pt x="214312" y="620229"/>
                  </a:lnTo>
                  <a:lnTo>
                    <a:pt x="279031" y="620229"/>
                  </a:lnTo>
                  <a:lnTo>
                    <a:pt x="328167" y="614569"/>
                  </a:lnTo>
                  <a:lnTo>
                    <a:pt x="373273" y="598447"/>
                  </a:lnTo>
                  <a:lnTo>
                    <a:pt x="413063" y="573148"/>
                  </a:lnTo>
                  <a:lnTo>
                    <a:pt x="446251" y="539959"/>
                  </a:lnTo>
                  <a:lnTo>
                    <a:pt x="471549" y="500167"/>
                  </a:lnTo>
                  <a:lnTo>
                    <a:pt x="487671" y="455058"/>
                  </a:lnTo>
                  <a:lnTo>
                    <a:pt x="493331" y="405917"/>
                  </a:lnTo>
                  <a:lnTo>
                    <a:pt x="493331" y="186334"/>
                  </a:lnTo>
                  <a:lnTo>
                    <a:pt x="488086" y="139367"/>
                  </a:lnTo>
                  <a:lnTo>
                    <a:pt x="473121" y="96099"/>
                  </a:lnTo>
                  <a:lnTo>
                    <a:pt x="449591" y="57681"/>
                  </a:lnTo>
                  <a:lnTo>
                    <a:pt x="418651" y="25265"/>
                  </a:lnTo>
                  <a:lnTo>
                    <a:pt x="381457" y="0"/>
                  </a:lnTo>
                </a:path>
              </a:pathLst>
            </a:custGeom>
            <a:ln w="27152">
              <a:solidFill>
                <a:srgbClr val="5A6771"/>
              </a:solidFill>
            </a:ln>
          </p:spPr>
          <p:txBody>
            <a:bodyPr wrap="square" lIns="0" tIns="0" rIns="0" bIns="0" rtlCol="0"/>
            <a:lstStyle/>
            <a:p>
              <a:endParaRPr/>
            </a:p>
          </p:txBody>
        </p:sp>
        <p:sp>
          <p:nvSpPr>
            <p:cNvPr id="279" name="object 279"/>
            <p:cNvSpPr/>
            <p:nvPr/>
          </p:nvSpPr>
          <p:spPr>
            <a:xfrm>
              <a:off x="10060994" y="5886182"/>
              <a:ext cx="743585" cy="923925"/>
            </a:xfrm>
            <a:custGeom>
              <a:avLst/>
              <a:gdLst/>
              <a:ahLst/>
              <a:cxnLst/>
              <a:rect l="l" t="t" r="r" b="b"/>
              <a:pathLst>
                <a:path w="743584" h="923925">
                  <a:moveTo>
                    <a:pt x="553123" y="779475"/>
                  </a:moveTo>
                  <a:lnTo>
                    <a:pt x="589509" y="753386"/>
                  </a:lnTo>
                  <a:lnTo>
                    <a:pt x="622844" y="722871"/>
                  </a:lnTo>
                  <a:lnTo>
                    <a:pt x="652798" y="688297"/>
                  </a:lnTo>
                  <a:lnTo>
                    <a:pt x="679043" y="650032"/>
                  </a:lnTo>
                  <a:lnTo>
                    <a:pt x="701253" y="608444"/>
                  </a:lnTo>
                  <a:lnTo>
                    <a:pt x="719097" y="563901"/>
                  </a:lnTo>
                  <a:lnTo>
                    <a:pt x="732250" y="516770"/>
                  </a:lnTo>
                  <a:lnTo>
                    <a:pt x="740382" y="467420"/>
                  </a:lnTo>
                  <a:lnTo>
                    <a:pt x="743165" y="416217"/>
                  </a:lnTo>
                  <a:lnTo>
                    <a:pt x="740270" y="364007"/>
                  </a:lnTo>
                  <a:lnTo>
                    <a:pt x="731816" y="313733"/>
                  </a:lnTo>
                  <a:lnTo>
                    <a:pt x="718153" y="265784"/>
                  </a:lnTo>
                  <a:lnTo>
                    <a:pt x="699627" y="220551"/>
                  </a:lnTo>
                  <a:lnTo>
                    <a:pt x="676588" y="178423"/>
                  </a:lnTo>
                  <a:lnTo>
                    <a:pt x="649383" y="139790"/>
                  </a:lnTo>
                  <a:lnTo>
                    <a:pt x="618362" y="105043"/>
                  </a:lnTo>
                  <a:lnTo>
                    <a:pt x="583871" y="74572"/>
                  </a:lnTo>
                  <a:lnTo>
                    <a:pt x="546260" y="48766"/>
                  </a:lnTo>
                  <a:lnTo>
                    <a:pt x="505877" y="28016"/>
                  </a:lnTo>
                  <a:lnTo>
                    <a:pt x="463070" y="12711"/>
                  </a:lnTo>
                  <a:lnTo>
                    <a:pt x="418187" y="3242"/>
                  </a:lnTo>
                  <a:lnTo>
                    <a:pt x="371576" y="0"/>
                  </a:lnTo>
                  <a:lnTo>
                    <a:pt x="324966" y="3242"/>
                  </a:lnTo>
                  <a:lnTo>
                    <a:pt x="280083" y="12711"/>
                  </a:lnTo>
                  <a:lnTo>
                    <a:pt x="237277" y="28016"/>
                  </a:lnTo>
                  <a:lnTo>
                    <a:pt x="196895" y="48766"/>
                  </a:lnTo>
                  <a:lnTo>
                    <a:pt x="159285" y="74572"/>
                  </a:lnTo>
                  <a:lnTo>
                    <a:pt x="124796" y="105043"/>
                  </a:lnTo>
                  <a:lnTo>
                    <a:pt x="93776" y="139790"/>
                  </a:lnTo>
                  <a:lnTo>
                    <a:pt x="66573" y="178423"/>
                  </a:lnTo>
                  <a:lnTo>
                    <a:pt x="43535" y="220551"/>
                  </a:lnTo>
                  <a:lnTo>
                    <a:pt x="25010" y="265784"/>
                  </a:lnTo>
                  <a:lnTo>
                    <a:pt x="11348" y="313733"/>
                  </a:lnTo>
                  <a:lnTo>
                    <a:pt x="2895" y="364007"/>
                  </a:lnTo>
                  <a:lnTo>
                    <a:pt x="0" y="416217"/>
                  </a:lnTo>
                  <a:lnTo>
                    <a:pt x="2586" y="465560"/>
                  </a:lnTo>
                  <a:lnTo>
                    <a:pt x="10150" y="513192"/>
                  </a:lnTo>
                  <a:lnTo>
                    <a:pt x="22396" y="558786"/>
                  </a:lnTo>
                  <a:lnTo>
                    <a:pt x="39029" y="602016"/>
                  </a:lnTo>
                  <a:lnTo>
                    <a:pt x="59755" y="642555"/>
                  </a:lnTo>
                  <a:lnTo>
                    <a:pt x="84279" y="680079"/>
                  </a:lnTo>
                  <a:lnTo>
                    <a:pt x="112306" y="714260"/>
                  </a:lnTo>
                  <a:lnTo>
                    <a:pt x="82332" y="734586"/>
                  </a:lnTo>
                  <a:lnTo>
                    <a:pt x="58912" y="763015"/>
                  </a:lnTo>
                  <a:lnTo>
                    <a:pt x="43668" y="797817"/>
                  </a:lnTo>
                  <a:lnTo>
                    <a:pt x="38226" y="837260"/>
                  </a:lnTo>
                  <a:lnTo>
                    <a:pt x="40212" y="861334"/>
                  </a:lnTo>
                  <a:lnTo>
                    <a:pt x="45939" y="884004"/>
                  </a:lnTo>
                  <a:lnTo>
                    <a:pt x="55061" y="904895"/>
                  </a:lnTo>
                  <a:lnTo>
                    <a:pt x="67233" y="923632"/>
                  </a:lnTo>
                </a:path>
              </a:pathLst>
            </a:custGeom>
            <a:ln w="27152">
              <a:solidFill>
                <a:srgbClr val="5A6771"/>
              </a:solidFill>
            </a:ln>
          </p:spPr>
          <p:txBody>
            <a:bodyPr wrap="square" lIns="0" tIns="0" rIns="0" bIns="0" rtlCol="0"/>
            <a:lstStyle/>
            <a:p>
              <a:endParaRPr/>
            </a:p>
          </p:txBody>
        </p:sp>
      </p:grpSp>
      <p:pic>
        <p:nvPicPr>
          <p:cNvPr id="280" name="object 280"/>
          <p:cNvPicPr/>
          <p:nvPr/>
        </p:nvPicPr>
        <p:blipFill>
          <a:blip r:embed="rId57" cstate="print"/>
          <a:stretch>
            <a:fillRect/>
          </a:stretch>
        </p:blipFill>
        <p:spPr>
          <a:xfrm>
            <a:off x="11940839" y="5720781"/>
            <a:ext cx="1162748" cy="124519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842</Words>
  <Application>Microsoft Office PowerPoint</Application>
  <PresentationFormat>Personalizzato</PresentationFormat>
  <Paragraphs>136</Paragraphs>
  <Slides>5</Slides>
  <Notes>0</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vt:i4>
      </vt:variant>
    </vt:vector>
  </HeadingPairs>
  <TitlesOfParts>
    <vt:vector size="10" baseType="lpstr">
      <vt:lpstr>Arial Black</vt:lpstr>
      <vt:lpstr>Calibri</vt:lpstr>
      <vt:lpstr>Lucida Sans Unicode</vt:lpstr>
      <vt:lpstr>Trebuchet MS</vt:lpstr>
      <vt:lpstr>Office Theme</vt:lpstr>
      <vt:lpstr>User Journey Descrivi l’esperienza del cittadino nell’interazione con un servizio</vt:lpstr>
      <vt:lpstr>Massimo Il fan accanito</vt:lpstr>
      <vt:lpstr>Alessandro L’analista preciso</vt:lpstr>
      <vt:lpstr>Aurora La studentessa diligente</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01_UserJourney_Worksheet</dc:title>
  <cp:lastModifiedBy>Giulia Bono</cp:lastModifiedBy>
  <cp:revision>3</cp:revision>
  <dcterms:created xsi:type="dcterms:W3CDTF">2024-07-03T16:02:37Z</dcterms:created>
  <dcterms:modified xsi:type="dcterms:W3CDTF">2024-07-04T14:27:45Z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2018-02-26T00:00:00Z</vt:filetime>
  </property>
  <property fmtid="{D5CDD505-2E9C-101B-9397-08002B2CF9AE}" pid="3" name="Creator">
    <vt:lpwstr>Adobe Illustrator CC (Macintosh)</vt:lpwstr>
  </property>
  <property fmtid="{D5CDD505-2E9C-101B-9397-08002B2CF9AE}" pid="4" name="LastSaved">
    <vt:filetime>2024-07-03T00:00:00Z</vt:filetime>
  </property>
  <property fmtid="{D5CDD505-2E9C-101B-9397-08002B2CF9AE}" pid="5" name="Producer">
    <vt:lpwstr>Adobe PDF library 10.01</vt:lpwstr>
  </property>
</Properties>
</file>